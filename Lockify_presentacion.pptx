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heme/themeOverride1.xml" ContentType="application/vnd.openxmlformats-officedocument.themeOverr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3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39.svg"/><Relationship Id="rId5" Type="http://schemas.openxmlformats.org/officeDocument/2006/relationships/image" Target="../media/image16.png"/><Relationship Id="rId4" Type="http://schemas.openxmlformats.org/officeDocument/2006/relationships/image" Target="../media/image3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39.svg"/><Relationship Id="rId5" Type="http://schemas.openxmlformats.org/officeDocument/2006/relationships/image" Target="../media/image16.png"/><Relationship Id="rId4" Type="http://schemas.openxmlformats.org/officeDocument/2006/relationships/image" Target="../media/image3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F05888-AB81-4B7B-80B1-1E387DFF7EF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03F13E9-D286-40D3-9018-31116670960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CRUD de contraseñas y documentos</a:t>
          </a:r>
        </a:p>
      </dgm:t>
    </dgm:pt>
    <dgm:pt modelId="{15318802-A7E4-4C42-9756-6A967E1F670A}" type="parTrans" cxnId="{A8E1EE6A-B4FA-443F-89CB-ED1AB08C95FD}">
      <dgm:prSet/>
      <dgm:spPr/>
      <dgm:t>
        <a:bodyPr/>
        <a:lstStyle/>
        <a:p>
          <a:endParaRPr lang="en-US" sz="1800"/>
        </a:p>
      </dgm:t>
    </dgm:pt>
    <dgm:pt modelId="{E90A465C-D350-47AF-B8B4-99ED58ABC146}" type="sibTrans" cxnId="{A8E1EE6A-B4FA-443F-89CB-ED1AB08C95FD}">
      <dgm:prSet/>
      <dgm:spPr/>
      <dgm:t>
        <a:bodyPr/>
        <a:lstStyle/>
        <a:p>
          <a:endParaRPr lang="en-US" sz="1800"/>
        </a:p>
      </dgm:t>
    </dgm:pt>
    <dgm:pt modelId="{E15B1298-81BE-47C6-980D-C61BC116C3A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Subida, descarga y eliminación de archivos</a:t>
          </a:r>
        </a:p>
      </dgm:t>
    </dgm:pt>
    <dgm:pt modelId="{FEF60957-E423-4C66-821F-27D9E3E5114B}" type="parTrans" cxnId="{BB71C4A9-28D0-4B5E-B230-3EF1C502A64B}">
      <dgm:prSet/>
      <dgm:spPr/>
      <dgm:t>
        <a:bodyPr/>
        <a:lstStyle/>
        <a:p>
          <a:endParaRPr lang="en-US" sz="1800"/>
        </a:p>
      </dgm:t>
    </dgm:pt>
    <dgm:pt modelId="{45D1F1E8-CE4D-4BB2-8B9B-BDC6D59D2F6A}" type="sibTrans" cxnId="{BB71C4A9-28D0-4B5E-B230-3EF1C502A64B}">
      <dgm:prSet/>
      <dgm:spPr/>
      <dgm:t>
        <a:bodyPr/>
        <a:lstStyle/>
        <a:p>
          <a:endParaRPr lang="en-US" sz="1800"/>
        </a:p>
      </dgm:t>
    </dgm:pt>
    <dgm:pt modelId="{658E3B83-50A2-4616-A917-90AE3D8A630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Autenticación facial</a:t>
          </a:r>
        </a:p>
      </dgm:t>
    </dgm:pt>
    <dgm:pt modelId="{4A0C1D29-261F-4387-A1C7-CE9EDE8E9B5D}" type="parTrans" cxnId="{D98A2F82-1127-487E-B55B-EF22DB90655B}">
      <dgm:prSet/>
      <dgm:spPr/>
      <dgm:t>
        <a:bodyPr/>
        <a:lstStyle/>
        <a:p>
          <a:endParaRPr lang="en-US" sz="1800"/>
        </a:p>
      </dgm:t>
    </dgm:pt>
    <dgm:pt modelId="{35C91F04-5D5D-4E79-BB4D-FF82E53E3D13}" type="sibTrans" cxnId="{D98A2F82-1127-487E-B55B-EF22DB90655B}">
      <dgm:prSet/>
      <dgm:spPr/>
      <dgm:t>
        <a:bodyPr/>
        <a:lstStyle/>
        <a:p>
          <a:endParaRPr lang="en-US" sz="1800"/>
        </a:p>
      </dgm:t>
    </dgm:pt>
    <dgm:pt modelId="{6C5C4E65-453F-4134-8A72-194A48E3DF5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Traducción de etiquetas</a:t>
          </a:r>
        </a:p>
      </dgm:t>
    </dgm:pt>
    <dgm:pt modelId="{8F551192-5027-470F-96A3-C2AD5E636265}" type="parTrans" cxnId="{F53F87F6-102B-480B-A8C5-EF720176FDB5}">
      <dgm:prSet/>
      <dgm:spPr/>
      <dgm:t>
        <a:bodyPr/>
        <a:lstStyle/>
        <a:p>
          <a:endParaRPr lang="en-US" sz="1800"/>
        </a:p>
      </dgm:t>
    </dgm:pt>
    <dgm:pt modelId="{957E0353-B2DE-46F6-BAFF-ACBEC4C4ABCD}" type="sibTrans" cxnId="{F53F87F6-102B-480B-A8C5-EF720176FDB5}">
      <dgm:prSet/>
      <dgm:spPr/>
      <dgm:t>
        <a:bodyPr/>
        <a:lstStyle/>
        <a:p>
          <a:endParaRPr lang="en-US" sz="1800"/>
        </a:p>
      </dgm:t>
    </dgm:pt>
    <dgm:pt modelId="{7B004312-ADC9-4F97-985D-F88DF1CEEA3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Lectura en voz alta (accesibilidad)</a:t>
          </a:r>
        </a:p>
      </dgm:t>
    </dgm:pt>
    <dgm:pt modelId="{7218B490-4541-419C-9385-8861F22E75DF}" type="parTrans" cxnId="{E576A2F1-3956-4819-9A1B-DD873C57E08F}">
      <dgm:prSet/>
      <dgm:spPr/>
      <dgm:t>
        <a:bodyPr/>
        <a:lstStyle/>
        <a:p>
          <a:endParaRPr lang="en-US" sz="1800"/>
        </a:p>
      </dgm:t>
    </dgm:pt>
    <dgm:pt modelId="{C286FF23-8DDB-4CB2-932C-015AF7B105C2}" type="sibTrans" cxnId="{E576A2F1-3956-4819-9A1B-DD873C57E08F}">
      <dgm:prSet/>
      <dgm:spPr/>
      <dgm:t>
        <a:bodyPr/>
        <a:lstStyle/>
        <a:p>
          <a:endParaRPr lang="en-US" sz="1800"/>
        </a:p>
      </dgm:t>
    </dgm:pt>
    <dgm:pt modelId="{C388E568-FB4A-4CDF-AC49-5FC725AFB658}" type="pres">
      <dgm:prSet presAssocID="{74F05888-AB81-4B7B-80B1-1E387DFF7EF6}" presName="root" presStyleCnt="0">
        <dgm:presLayoutVars>
          <dgm:dir/>
          <dgm:resizeHandles val="exact"/>
        </dgm:presLayoutVars>
      </dgm:prSet>
      <dgm:spPr/>
    </dgm:pt>
    <dgm:pt modelId="{B7B5DEC2-3203-4989-98FA-29F7D398EE00}" type="pres">
      <dgm:prSet presAssocID="{D03F13E9-D286-40D3-9018-311166709605}" presName="compNode" presStyleCnt="0"/>
      <dgm:spPr/>
    </dgm:pt>
    <dgm:pt modelId="{CB6C1907-A684-4DC3-AA50-C06EC640FA9E}" type="pres">
      <dgm:prSet presAssocID="{D03F13E9-D286-40D3-9018-31116670960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D43F0056-7A4F-4EB2-85EE-2B912E21B22F}" type="pres">
      <dgm:prSet presAssocID="{D03F13E9-D286-40D3-9018-311166709605}" presName="spaceRect" presStyleCnt="0"/>
      <dgm:spPr/>
    </dgm:pt>
    <dgm:pt modelId="{2712DAD5-4AAA-4D8B-9F05-8718555B8034}" type="pres">
      <dgm:prSet presAssocID="{D03F13E9-D286-40D3-9018-311166709605}" presName="textRect" presStyleLbl="revTx" presStyleIdx="0" presStyleCnt="5">
        <dgm:presLayoutVars>
          <dgm:chMax val="1"/>
          <dgm:chPref val="1"/>
        </dgm:presLayoutVars>
      </dgm:prSet>
      <dgm:spPr/>
    </dgm:pt>
    <dgm:pt modelId="{249BD6BD-B959-44D8-B0B4-FBC016215B89}" type="pres">
      <dgm:prSet presAssocID="{E90A465C-D350-47AF-B8B4-99ED58ABC146}" presName="sibTrans" presStyleCnt="0"/>
      <dgm:spPr/>
    </dgm:pt>
    <dgm:pt modelId="{0C4D3222-BFB2-488B-8D81-059697847051}" type="pres">
      <dgm:prSet presAssocID="{E15B1298-81BE-47C6-980D-C61BC116C3AC}" presName="compNode" presStyleCnt="0"/>
      <dgm:spPr/>
    </dgm:pt>
    <dgm:pt modelId="{B5072D71-8EBD-4C00-9F13-A67F0B745018}" type="pres">
      <dgm:prSet presAssocID="{E15B1298-81BE-47C6-980D-C61BC116C3A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argar"/>
        </a:ext>
      </dgm:extLst>
    </dgm:pt>
    <dgm:pt modelId="{A10934A9-8BD3-4B80-B9DE-66486CB1D746}" type="pres">
      <dgm:prSet presAssocID="{E15B1298-81BE-47C6-980D-C61BC116C3AC}" presName="spaceRect" presStyleCnt="0"/>
      <dgm:spPr/>
    </dgm:pt>
    <dgm:pt modelId="{A292EE1D-BC07-4831-81DA-89998C50F4B9}" type="pres">
      <dgm:prSet presAssocID="{E15B1298-81BE-47C6-980D-C61BC116C3AC}" presName="textRect" presStyleLbl="revTx" presStyleIdx="1" presStyleCnt="5">
        <dgm:presLayoutVars>
          <dgm:chMax val="1"/>
          <dgm:chPref val="1"/>
        </dgm:presLayoutVars>
      </dgm:prSet>
      <dgm:spPr/>
    </dgm:pt>
    <dgm:pt modelId="{A963381C-1618-4585-B82A-04D8BA1D00F8}" type="pres">
      <dgm:prSet presAssocID="{45D1F1E8-CE4D-4BB2-8B9B-BDC6D59D2F6A}" presName="sibTrans" presStyleCnt="0"/>
      <dgm:spPr/>
    </dgm:pt>
    <dgm:pt modelId="{E46CC7C6-6CCC-4D36-ADE6-FD25E1B2A702}" type="pres">
      <dgm:prSet presAssocID="{658E3B83-50A2-4616-A917-90AE3D8A630D}" presName="compNode" presStyleCnt="0"/>
      <dgm:spPr/>
    </dgm:pt>
    <dgm:pt modelId="{B0F1611A-EA42-4CBF-A88A-8BCEF6A025F7}" type="pres">
      <dgm:prSet presAssocID="{658E3B83-50A2-4616-A917-90AE3D8A630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C1DDC369-D5C5-4B86-99C9-F6D484B8BF23}" type="pres">
      <dgm:prSet presAssocID="{658E3B83-50A2-4616-A917-90AE3D8A630D}" presName="spaceRect" presStyleCnt="0"/>
      <dgm:spPr/>
    </dgm:pt>
    <dgm:pt modelId="{40C7E349-15CD-4BE5-8EBC-4190D0C9061E}" type="pres">
      <dgm:prSet presAssocID="{658E3B83-50A2-4616-A917-90AE3D8A630D}" presName="textRect" presStyleLbl="revTx" presStyleIdx="2" presStyleCnt="5">
        <dgm:presLayoutVars>
          <dgm:chMax val="1"/>
          <dgm:chPref val="1"/>
        </dgm:presLayoutVars>
      </dgm:prSet>
      <dgm:spPr/>
    </dgm:pt>
    <dgm:pt modelId="{2AD041D3-3AA0-4E58-A968-1E0959A28623}" type="pres">
      <dgm:prSet presAssocID="{35C91F04-5D5D-4E79-BB4D-FF82E53E3D13}" presName="sibTrans" presStyleCnt="0"/>
      <dgm:spPr/>
    </dgm:pt>
    <dgm:pt modelId="{41C98C5D-F18A-4297-AA9B-A2E513ED66D8}" type="pres">
      <dgm:prSet presAssocID="{6C5C4E65-453F-4134-8A72-194A48E3DF53}" presName="compNode" presStyleCnt="0"/>
      <dgm:spPr/>
    </dgm:pt>
    <dgm:pt modelId="{AEB5F62F-4293-41A8-8B9F-9DFF2D47285E}" type="pres">
      <dgm:prSet presAssocID="{6C5C4E65-453F-4134-8A72-194A48E3DF5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9927EF52-D1D1-4905-B10C-F84A5712A345}" type="pres">
      <dgm:prSet presAssocID="{6C5C4E65-453F-4134-8A72-194A48E3DF53}" presName="spaceRect" presStyleCnt="0"/>
      <dgm:spPr/>
    </dgm:pt>
    <dgm:pt modelId="{DCE2B78A-1C75-433B-8DF2-A591A11B0BEA}" type="pres">
      <dgm:prSet presAssocID="{6C5C4E65-453F-4134-8A72-194A48E3DF53}" presName="textRect" presStyleLbl="revTx" presStyleIdx="3" presStyleCnt="5">
        <dgm:presLayoutVars>
          <dgm:chMax val="1"/>
          <dgm:chPref val="1"/>
        </dgm:presLayoutVars>
      </dgm:prSet>
      <dgm:spPr/>
    </dgm:pt>
    <dgm:pt modelId="{1A71C230-4900-4172-B82C-CD76B959E8C0}" type="pres">
      <dgm:prSet presAssocID="{957E0353-B2DE-46F6-BAFF-ACBEC4C4ABCD}" presName="sibTrans" presStyleCnt="0"/>
      <dgm:spPr/>
    </dgm:pt>
    <dgm:pt modelId="{3AF0F71A-0792-4EC1-8BDC-06E8444F9B8E}" type="pres">
      <dgm:prSet presAssocID="{7B004312-ADC9-4F97-985D-F88DF1CEEA33}" presName="compNode" presStyleCnt="0"/>
      <dgm:spPr/>
    </dgm:pt>
    <dgm:pt modelId="{F506500D-31E1-4AD5-8F69-2C4CD95EA643}" type="pres">
      <dgm:prSet presAssocID="{7B004312-ADC9-4F97-985D-F88DF1CEEA3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CBDCBDDA-3D6B-4947-A94D-613114F23292}" type="pres">
      <dgm:prSet presAssocID="{7B004312-ADC9-4F97-985D-F88DF1CEEA33}" presName="spaceRect" presStyleCnt="0"/>
      <dgm:spPr/>
    </dgm:pt>
    <dgm:pt modelId="{4AB4D9AA-A499-4618-A5EC-FCE960DCAE37}" type="pres">
      <dgm:prSet presAssocID="{7B004312-ADC9-4F97-985D-F88DF1CEEA3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53B2700-CF69-423E-A343-BDC51D03BFF9}" type="presOf" srcId="{74F05888-AB81-4B7B-80B1-1E387DFF7EF6}" destId="{C388E568-FB4A-4CDF-AC49-5FC725AFB658}" srcOrd="0" destOrd="0" presId="urn:microsoft.com/office/officeart/2018/2/layout/IconLabelList"/>
    <dgm:cxn modelId="{93328B22-41BC-4C17-BF9C-EF3B13B51183}" type="presOf" srcId="{6C5C4E65-453F-4134-8A72-194A48E3DF53}" destId="{DCE2B78A-1C75-433B-8DF2-A591A11B0BEA}" srcOrd="0" destOrd="0" presId="urn:microsoft.com/office/officeart/2018/2/layout/IconLabelList"/>
    <dgm:cxn modelId="{0A3D0630-D0B6-4F22-BB60-0D20ABC93958}" type="presOf" srcId="{658E3B83-50A2-4616-A917-90AE3D8A630D}" destId="{40C7E349-15CD-4BE5-8EBC-4190D0C9061E}" srcOrd="0" destOrd="0" presId="urn:microsoft.com/office/officeart/2018/2/layout/IconLabelList"/>
    <dgm:cxn modelId="{5AE07F44-825E-4689-8E33-14A090B7A5E5}" type="presOf" srcId="{E15B1298-81BE-47C6-980D-C61BC116C3AC}" destId="{A292EE1D-BC07-4831-81DA-89998C50F4B9}" srcOrd="0" destOrd="0" presId="urn:microsoft.com/office/officeart/2018/2/layout/IconLabelList"/>
    <dgm:cxn modelId="{A8E1EE6A-B4FA-443F-89CB-ED1AB08C95FD}" srcId="{74F05888-AB81-4B7B-80B1-1E387DFF7EF6}" destId="{D03F13E9-D286-40D3-9018-311166709605}" srcOrd="0" destOrd="0" parTransId="{15318802-A7E4-4C42-9756-6A967E1F670A}" sibTransId="{E90A465C-D350-47AF-B8B4-99ED58ABC146}"/>
    <dgm:cxn modelId="{D98A2F82-1127-487E-B55B-EF22DB90655B}" srcId="{74F05888-AB81-4B7B-80B1-1E387DFF7EF6}" destId="{658E3B83-50A2-4616-A917-90AE3D8A630D}" srcOrd="2" destOrd="0" parTransId="{4A0C1D29-261F-4387-A1C7-CE9EDE8E9B5D}" sibTransId="{35C91F04-5D5D-4E79-BB4D-FF82E53E3D13}"/>
    <dgm:cxn modelId="{BB71C4A9-28D0-4B5E-B230-3EF1C502A64B}" srcId="{74F05888-AB81-4B7B-80B1-1E387DFF7EF6}" destId="{E15B1298-81BE-47C6-980D-C61BC116C3AC}" srcOrd="1" destOrd="0" parTransId="{FEF60957-E423-4C66-821F-27D9E3E5114B}" sibTransId="{45D1F1E8-CE4D-4BB2-8B9B-BDC6D59D2F6A}"/>
    <dgm:cxn modelId="{13176EB0-452F-42D8-A2C0-4BDD5EB4A51D}" type="presOf" srcId="{D03F13E9-D286-40D3-9018-311166709605}" destId="{2712DAD5-4AAA-4D8B-9F05-8718555B8034}" srcOrd="0" destOrd="0" presId="urn:microsoft.com/office/officeart/2018/2/layout/IconLabelList"/>
    <dgm:cxn modelId="{CA4D73DF-7D64-48EC-B7F0-D01897920C37}" type="presOf" srcId="{7B004312-ADC9-4F97-985D-F88DF1CEEA33}" destId="{4AB4D9AA-A499-4618-A5EC-FCE960DCAE37}" srcOrd="0" destOrd="0" presId="urn:microsoft.com/office/officeart/2018/2/layout/IconLabelList"/>
    <dgm:cxn modelId="{E576A2F1-3956-4819-9A1B-DD873C57E08F}" srcId="{74F05888-AB81-4B7B-80B1-1E387DFF7EF6}" destId="{7B004312-ADC9-4F97-985D-F88DF1CEEA33}" srcOrd="4" destOrd="0" parTransId="{7218B490-4541-419C-9385-8861F22E75DF}" sibTransId="{C286FF23-8DDB-4CB2-932C-015AF7B105C2}"/>
    <dgm:cxn modelId="{F53F87F6-102B-480B-A8C5-EF720176FDB5}" srcId="{74F05888-AB81-4B7B-80B1-1E387DFF7EF6}" destId="{6C5C4E65-453F-4134-8A72-194A48E3DF53}" srcOrd="3" destOrd="0" parTransId="{8F551192-5027-470F-96A3-C2AD5E636265}" sibTransId="{957E0353-B2DE-46F6-BAFF-ACBEC4C4ABCD}"/>
    <dgm:cxn modelId="{410B75DB-5B5E-4B28-ABB0-74DE1BA6D120}" type="presParOf" srcId="{C388E568-FB4A-4CDF-AC49-5FC725AFB658}" destId="{B7B5DEC2-3203-4989-98FA-29F7D398EE00}" srcOrd="0" destOrd="0" presId="urn:microsoft.com/office/officeart/2018/2/layout/IconLabelList"/>
    <dgm:cxn modelId="{D4D83422-22CD-4CEA-9502-C328ADBDA3E8}" type="presParOf" srcId="{B7B5DEC2-3203-4989-98FA-29F7D398EE00}" destId="{CB6C1907-A684-4DC3-AA50-C06EC640FA9E}" srcOrd="0" destOrd="0" presId="urn:microsoft.com/office/officeart/2018/2/layout/IconLabelList"/>
    <dgm:cxn modelId="{DCC90556-BEF7-4CE7-AD3D-A0605C4C47EC}" type="presParOf" srcId="{B7B5DEC2-3203-4989-98FA-29F7D398EE00}" destId="{D43F0056-7A4F-4EB2-85EE-2B912E21B22F}" srcOrd="1" destOrd="0" presId="urn:microsoft.com/office/officeart/2018/2/layout/IconLabelList"/>
    <dgm:cxn modelId="{FA6D2AF2-B97D-4F67-A7F8-5C1D0478CB63}" type="presParOf" srcId="{B7B5DEC2-3203-4989-98FA-29F7D398EE00}" destId="{2712DAD5-4AAA-4D8B-9F05-8718555B8034}" srcOrd="2" destOrd="0" presId="urn:microsoft.com/office/officeart/2018/2/layout/IconLabelList"/>
    <dgm:cxn modelId="{736B96A3-423B-4D62-BC63-8DC669328220}" type="presParOf" srcId="{C388E568-FB4A-4CDF-AC49-5FC725AFB658}" destId="{249BD6BD-B959-44D8-B0B4-FBC016215B89}" srcOrd="1" destOrd="0" presId="urn:microsoft.com/office/officeart/2018/2/layout/IconLabelList"/>
    <dgm:cxn modelId="{747A887D-98E7-46E8-87FD-9987BC693CE9}" type="presParOf" srcId="{C388E568-FB4A-4CDF-AC49-5FC725AFB658}" destId="{0C4D3222-BFB2-488B-8D81-059697847051}" srcOrd="2" destOrd="0" presId="urn:microsoft.com/office/officeart/2018/2/layout/IconLabelList"/>
    <dgm:cxn modelId="{07C84D7E-9E02-4C7E-BB1E-A30D94D0A3EA}" type="presParOf" srcId="{0C4D3222-BFB2-488B-8D81-059697847051}" destId="{B5072D71-8EBD-4C00-9F13-A67F0B745018}" srcOrd="0" destOrd="0" presId="urn:microsoft.com/office/officeart/2018/2/layout/IconLabelList"/>
    <dgm:cxn modelId="{9341D60F-E02A-4D7C-84FF-237B5AF656CB}" type="presParOf" srcId="{0C4D3222-BFB2-488B-8D81-059697847051}" destId="{A10934A9-8BD3-4B80-B9DE-66486CB1D746}" srcOrd="1" destOrd="0" presId="urn:microsoft.com/office/officeart/2018/2/layout/IconLabelList"/>
    <dgm:cxn modelId="{313792CD-ED93-463D-9888-0BAC83900663}" type="presParOf" srcId="{0C4D3222-BFB2-488B-8D81-059697847051}" destId="{A292EE1D-BC07-4831-81DA-89998C50F4B9}" srcOrd="2" destOrd="0" presId="urn:microsoft.com/office/officeart/2018/2/layout/IconLabelList"/>
    <dgm:cxn modelId="{653A2D65-EFB4-4677-80C2-777CCEAB78F0}" type="presParOf" srcId="{C388E568-FB4A-4CDF-AC49-5FC725AFB658}" destId="{A963381C-1618-4585-B82A-04D8BA1D00F8}" srcOrd="3" destOrd="0" presId="urn:microsoft.com/office/officeart/2018/2/layout/IconLabelList"/>
    <dgm:cxn modelId="{FD9ACF11-6656-495A-B9F5-978B61BEAF2E}" type="presParOf" srcId="{C388E568-FB4A-4CDF-AC49-5FC725AFB658}" destId="{E46CC7C6-6CCC-4D36-ADE6-FD25E1B2A702}" srcOrd="4" destOrd="0" presId="urn:microsoft.com/office/officeart/2018/2/layout/IconLabelList"/>
    <dgm:cxn modelId="{C4DAA58C-BDBF-4CCB-AFA5-6FAFD338A9BE}" type="presParOf" srcId="{E46CC7C6-6CCC-4D36-ADE6-FD25E1B2A702}" destId="{B0F1611A-EA42-4CBF-A88A-8BCEF6A025F7}" srcOrd="0" destOrd="0" presId="urn:microsoft.com/office/officeart/2018/2/layout/IconLabelList"/>
    <dgm:cxn modelId="{9B3990BA-789B-4536-BAD7-8099069FA295}" type="presParOf" srcId="{E46CC7C6-6CCC-4D36-ADE6-FD25E1B2A702}" destId="{C1DDC369-D5C5-4B86-99C9-F6D484B8BF23}" srcOrd="1" destOrd="0" presId="urn:microsoft.com/office/officeart/2018/2/layout/IconLabelList"/>
    <dgm:cxn modelId="{48F0E6F9-0A57-48F0-8AD8-65908D11D4EC}" type="presParOf" srcId="{E46CC7C6-6CCC-4D36-ADE6-FD25E1B2A702}" destId="{40C7E349-15CD-4BE5-8EBC-4190D0C9061E}" srcOrd="2" destOrd="0" presId="urn:microsoft.com/office/officeart/2018/2/layout/IconLabelList"/>
    <dgm:cxn modelId="{A6132FA1-E861-45C3-A3F0-926B2C04C8AC}" type="presParOf" srcId="{C388E568-FB4A-4CDF-AC49-5FC725AFB658}" destId="{2AD041D3-3AA0-4E58-A968-1E0959A28623}" srcOrd="5" destOrd="0" presId="urn:microsoft.com/office/officeart/2018/2/layout/IconLabelList"/>
    <dgm:cxn modelId="{38E0F9DE-FE5C-4DC4-9A2A-A93DA9C90F68}" type="presParOf" srcId="{C388E568-FB4A-4CDF-AC49-5FC725AFB658}" destId="{41C98C5D-F18A-4297-AA9B-A2E513ED66D8}" srcOrd="6" destOrd="0" presId="urn:microsoft.com/office/officeart/2018/2/layout/IconLabelList"/>
    <dgm:cxn modelId="{A7D9B17E-D959-4475-8741-F9DB837EB477}" type="presParOf" srcId="{41C98C5D-F18A-4297-AA9B-A2E513ED66D8}" destId="{AEB5F62F-4293-41A8-8B9F-9DFF2D47285E}" srcOrd="0" destOrd="0" presId="urn:microsoft.com/office/officeart/2018/2/layout/IconLabelList"/>
    <dgm:cxn modelId="{DE700556-1D65-40D0-BAA3-5A93480D838C}" type="presParOf" srcId="{41C98C5D-F18A-4297-AA9B-A2E513ED66D8}" destId="{9927EF52-D1D1-4905-B10C-F84A5712A345}" srcOrd="1" destOrd="0" presId="urn:microsoft.com/office/officeart/2018/2/layout/IconLabelList"/>
    <dgm:cxn modelId="{3F454579-B045-44DA-993D-729E60401502}" type="presParOf" srcId="{41C98C5D-F18A-4297-AA9B-A2E513ED66D8}" destId="{DCE2B78A-1C75-433B-8DF2-A591A11B0BEA}" srcOrd="2" destOrd="0" presId="urn:microsoft.com/office/officeart/2018/2/layout/IconLabelList"/>
    <dgm:cxn modelId="{7F123733-2C68-4EA4-84EF-2173DB000B1D}" type="presParOf" srcId="{C388E568-FB4A-4CDF-AC49-5FC725AFB658}" destId="{1A71C230-4900-4172-B82C-CD76B959E8C0}" srcOrd="7" destOrd="0" presId="urn:microsoft.com/office/officeart/2018/2/layout/IconLabelList"/>
    <dgm:cxn modelId="{522DF32E-E234-453E-A3F3-D46334702DE4}" type="presParOf" srcId="{C388E568-FB4A-4CDF-AC49-5FC725AFB658}" destId="{3AF0F71A-0792-4EC1-8BDC-06E8444F9B8E}" srcOrd="8" destOrd="0" presId="urn:microsoft.com/office/officeart/2018/2/layout/IconLabelList"/>
    <dgm:cxn modelId="{FD503A3D-F7E7-46C8-86FC-9809DD531644}" type="presParOf" srcId="{3AF0F71A-0792-4EC1-8BDC-06E8444F9B8E}" destId="{F506500D-31E1-4AD5-8F69-2C4CD95EA643}" srcOrd="0" destOrd="0" presId="urn:microsoft.com/office/officeart/2018/2/layout/IconLabelList"/>
    <dgm:cxn modelId="{DCA74E96-1B8A-4438-BD5D-2C826F2FFBDF}" type="presParOf" srcId="{3AF0F71A-0792-4EC1-8BDC-06E8444F9B8E}" destId="{CBDCBDDA-3D6B-4947-A94D-613114F23292}" srcOrd="1" destOrd="0" presId="urn:microsoft.com/office/officeart/2018/2/layout/IconLabelList"/>
    <dgm:cxn modelId="{1D286008-4B49-4E19-9775-2D833065B558}" type="presParOf" srcId="{3AF0F71A-0792-4EC1-8BDC-06E8444F9B8E}" destId="{4AB4D9AA-A499-4618-A5EC-FCE960DCAE3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287D4E-1310-4E90-9443-A338B1EA13E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8EBEB69-AC1E-4809-88E8-66EAA4CB7B10}">
      <dgm:prSet/>
      <dgm:spPr/>
      <dgm:t>
        <a:bodyPr/>
        <a:lstStyle/>
        <a:p>
          <a:r>
            <a:rPr lang="en-US"/>
            <a:t>AWS Lambda: Serverless, escalable y pago por uso. Lógica CRUD y llamadas a servicios externos.</a:t>
          </a:r>
        </a:p>
      </dgm:t>
    </dgm:pt>
    <dgm:pt modelId="{63C7F78D-B58A-49A5-AB20-B516FBEF0959}" type="parTrans" cxnId="{F68102A6-0BA3-4BDD-BD27-F51FED7D2363}">
      <dgm:prSet/>
      <dgm:spPr/>
      <dgm:t>
        <a:bodyPr/>
        <a:lstStyle/>
        <a:p>
          <a:endParaRPr lang="en-US"/>
        </a:p>
      </dgm:t>
    </dgm:pt>
    <dgm:pt modelId="{F2CBA331-4240-4917-B04F-652B98910B8F}" type="sibTrans" cxnId="{F68102A6-0BA3-4BDD-BD27-F51FED7D2363}">
      <dgm:prSet/>
      <dgm:spPr/>
      <dgm:t>
        <a:bodyPr/>
        <a:lstStyle/>
        <a:p>
          <a:endParaRPr lang="en-US"/>
        </a:p>
      </dgm:t>
    </dgm:pt>
    <dgm:pt modelId="{4914285F-293D-47BC-9D4F-68B2E9D644E0}">
      <dgm:prSet/>
      <dgm:spPr/>
      <dgm:t>
        <a:bodyPr/>
        <a:lstStyle/>
        <a:p>
          <a:r>
            <a:rPr lang="en-US"/>
            <a:t>Amazon API Gateway: Gestión de endpoints REST → Lambda.</a:t>
          </a:r>
        </a:p>
      </dgm:t>
    </dgm:pt>
    <dgm:pt modelId="{975D0C3E-26FD-45FA-96B8-7D27C9CB85A1}" type="parTrans" cxnId="{EABAA9DC-9A07-4A62-AE1D-876CB6697D7C}">
      <dgm:prSet/>
      <dgm:spPr/>
      <dgm:t>
        <a:bodyPr/>
        <a:lstStyle/>
        <a:p>
          <a:endParaRPr lang="en-US"/>
        </a:p>
      </dgm:t>
    </dgm:pt>
    <dgm:pt modelId="{AC9D1D4B-636F-46B2-9620-8E63A3B7477B}" type="sibTrans" cxnId="{EABAA9DC-9A07-4A62-AE1D-876CB6697D7C}">
      <dgm:prSet/>
      <dgm:spPr/>
      <dgm:t>
        <a:bodyPr/>
        <a:lstStyle/>
        <a:p>
          <a:endParaRPr lang="en-US"/>
        </a:p>
      </dgm:t>
    </dgm:pt>
    <dgm:pt modelId="{8AEC0B0D-25D9-4207-B4CB-73D242944E8C}">
      <dgm:prSet/>
      <dgm:spPr/>
      <dgm:t>
        <a:bodyPr/>
        <a:lstStyle/>
        <a:p>
          <a:r>
            <a:rPr lang="en-US"/>
            <a:t>Docker: Contenerización para pruebas locales y empaquetado de Lambdas complejas.</a:t>
          </a:r>
        </a:p>
      </dgm:t>
    </dgm:pt>
    <dgm:pt modelId="{2966C123-B555-4860-8B09-F8ACA26073C3}" type="parTrans" cxnId="{029CEB42-4C56-4DCE-9EAE-F23AED1B52E1}">
      <dgm:prSet/>
      <dgm:spPr/>
      <dgm:t>
        <a:bodyPr/>
        <a:lstStyle/>
        <a:p>
          <a:endParaRPr lang="en-US"/>
        </a:p>
      </dgm:t>
    </dgm:pt>
    <dgm:pt modelId="{FD223026-906C-4B8C-A24C-47E6FFD7EA7D}" type="sibTrans" cxnId="{029CEB42-4C56-4DCE-9EAE-F23AED1B52E1}">
      <dgm:prSet/>
      <dgm:spPr/>
      <dgm:t>
        <a:bodyPr/>
        <a:lstStyle/>
        <a:p>
          <a:endParaRPr lang="en-US"/>
        </a:p>
      </dgm:t>
    </dgm:pt>
    <dgm:pt modelId="{E969F26E-3531-4268-9599-B03881D99131}" type="pres">
      <dgm:prSet presAssocID="{66287D4E-1310-4E90-9443-A338B1EA13EC}" presName="root" presStyleCnt="0">
        <dgm:presLayoutVars>
          <dgm:dir/>
          <dgm:resizeHandles val="exact"/>
        </dgm:presLayoutVars>
      </dgm:prSet>
      <dgm:spPr/>
    </dgm:pt>
    <dgm:pt modelId="{693D526E-94F6-4A07-A99E-832E5D19946D}" type="pres">
      <dgm:prSet presAssocID="{A8EBEB69-AC1E-4809-88E8-66EAA4CB7B10}" presName="compNode" presStyleCnt="0"/>
      <dgm:spPr/>
    </dgm:pt>
    <dgm:pt modelId="{521ABEFD-5FFF-47E1-99FF-07FE77FB1260}" type="pres">
      <dgm:prSet presAssocID="{A8EBEB69-AC1E-4809-88E8-66EAA4CB7B10}" presName="bgRect" presStyleLbl="bgShp" presStyleIdx="0" presStyleCnt="3"/>
      <dgm:spPr/>
    </dgm:pt>
    <dgm:pt modelId="{86199F48-DE0E-4613-8091-CCE67A20D6B5}" type="pres">
      <dgm:prSet presAssocID="{A8EBEB69-AC1E-4809-88E8-66EAA4CB7B1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BB5E8437-CC51-492D-85C9-D4CCCE978DDA}" type="pres">
      <dgm:prSet presAssocID="{A8EBEB69-AC1E-4809-88E8-66EAA4CB7B10}" presName="spaceRect" presStyleCnt="0"/>
      <dgm:spPr/>
    </dgm:pt>
    <dgm:pt modelId="{A0AC1023-966E-4E85-BC25-455F3462A02A}" type="pres">
      <dgm:prSet presAssocID="{A8EBEB69-AC1E-4809-88E8-66EAA4CB7B10}" presName="parTx" presStyleLbl="revTx" presStyleIdx="0" presStyleCnt="3">
        <dgm:presLayoutVars>
          <dgm:chMax val="0"/>
          <dgm:chPref val="0"/>
        </dgm:presLayoutVars>
      </dgm:prSet>
      <dgm:spPr/>
    </dgm:pt>
    <dgm:pt modelId="{A02DB217-EF9A-4671-A28B-635E3F68ACCD}" type="pres">
      <dgm:prSet presAssocID="{F2CBA331-4240-4917-B04F-652B98910B8F}" presName="sibTrans" presStyleCnt="0"/>
      <dgm:spPr/>
    </dgm:pt>
    <dgm:pt modelId="{896BDE1A-CD31-424E-BDB1-B649A81CE86D}" type="pres">
      <dgm:prSet presAssocID="{4914285F-293D-47BC-9D4F-68B2E9D644E0}" presName="compNode" presStyleCnt="0"/>
      <dgm:spPr/>
    </dgm:pt>
    <dgm:pt modelId="{C45DB2A1-8C4A-4044-993D-4238EF39890A}" type="pres">
      <dgm:prSet presAssocID="{4914285F-293D-47BC-9D4F-68B2E9D644E0}" presName="bgRect" presStyleLbl="bgShp" presStyleIdx="1" presStyleCnt="3"/>
      <dgm:spPr/>
    </dgm:pt>
    <dgm:pt modelId="{E25D5ED8-8549-40C1-8C08-A467E16B5AC5}" type="pres">
      <dgm:prSet presAssocID="{4914285F-293D-47BC-9D4F-68B2E9D644E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75523941-653E-4434-B843-AF3556A44F15}" type="pres">
      <dgm:prSet presAssocID="{4914285F-293D-47BC-9D4F-68B2E9D644E0}" presName="spaceRect" presStyleCnt="0"/>
      <dgm:spPr/>
    </dgm:pt>
    <dgm:pt modelId="{B22AA6E2-7C44-4620-98AD-5C7E56E063CF}" type="pres">
      <dgm:prSet presAssocID="{4914285F-293D-47BC-9D4F-68B2E9D644E0}" presName="parTx" presStyleLbl="revTx" presStyleIdx="1" presStyleCnt="3">
        <dgm:presLayoutVars>
          <dgm:chMax val="0"/>
          <dgm:chPref val="0"/>
        </dgm:presLayoutVars>
      </dgm:prSet>
      <dgm:spPr/>
    </dgm:pt>
    <dgm:pt modelId="{6BF8D8FB-2A28-4E60-A00E-64A4F79A089E}" type="pres">
      <dgm:prSet presAssocID="{AC9D1D4B-636F-46B2-9620-8E63A3B7477B}" presName="sibTrans" presStyleCnt="0"/>
      <dgm:spPr/>
    </dgm:pt>
    <dgm:pt modelId="{F12C79D1-6A02-41C0-A6A1-94AB5EF8E380}" type="pres">
      <dgm:prSet presAssocID="{8AEC0B0D-25D9-4207-B4CB-73D242944E8C}" presName="compNode" presStyleCnt="0"/>
      <dgm:spPr/>
    </dgm:pt>
    <dgm:pt modelId="{29888686-EC0E-4466-8B25-FD95919E3EB6}" type="pres">
      <dgm:prSet presAssocID="{8AEC0B0D-25D9-4207-B4CB-73D242944E8C}" presName="bgRect" presStyleLbl="bgShp" presStyleIdx="2" presStyleCnt="3"/>
      <dgm:spPr/>
    </dgm:pt>
    <dgm:pt modelId="{53F9A8BD-62C5-4C11-AE91-FF254F01CA95}" type="pres">
      <dgm:prSet presAssocID="{8AEC0B0D-25D9-4207-B4CB-73D242944E8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ja"/>
        </a:ext>
      </dgm:extLst>
    </dgm:pt>
    <dgm:pt modelId="{C0BCC233-F0B0-4BE9-9AC4-3DFC3F6375E8}" type="pres">
      <dgm:prSet presAssocID="{8AEC0B0D-25D9-4207-B4CB-73D242944E8C}" presName="spaceRect" presStyleCnt="0"/>
      <dgm:spPr/>
    </dgm:pt>
    <dgm:pt modelId="{F7DA712B-996C-4C47-BD6D-AB486D9CA438}" type="pres">
      <dgm:prSet presAssocID="{8AEC0B0D-25D9-4207-B4CB-73D242944E8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918E836-7748-404A-ABC9-2B6480CF6289}" type="presOf" srcId="{8AEC0B0D-25D9-4207-B4CB-73D242944E8C}" destId="{F7DA712B-996C-4C47-BD6D-AB486D9CA438}" srcOrd="0" destOrd="0" presId="urn:microsoft.com/office/officeart/2018/2/layout/IconVerticalSolidList"/>
    <dgm:cxn modelId="{6934BD3E-1271-40F5-B156-A0C02AFE4B35}" type="presOf" srcId="{4914285F-293D-47BC-9D4F-68B2E9D644E0}" destId="{B22AA6E2-7C44-4620-98AD-5C7E56E063CF}" srcOrd="0" destOrd="0" presId="urn:microsoft.com/office/officeart/2018/2/layout/IconVerticalSolidList"/>
    <dgm:cxn modelId="{029CEB42-4C56-4DCE-9EAE-F23AED1B52E1}" srcId="{66287D4E-1310-4E90-9443-A338B1EA13EC}" destId="{8AEC0B0D-25D9-4207-B4CB-73D242944E8C}" srcOrd="2" destOrd="0" parTransId="{2966C123-B555-4860-8B09-F8ACA26073C3}" sibTransId="{FD223026-906C-4B8C-A24C-47E6FFD7EA7D}"/>
    <dgm:cxn modelId="{FDBB597E-16C2-4B72-BD5B-9D0ECE7B6651}" type="presOf" srcId="{66287D4E-1310-4E90-9443-A338B1EA13EC}" destId="{E969F26E-3531-4268-9599-B03881D99131}" srcOrd="0" destOrd="0" presId="urn:microsoft.com/office/officeart/2018/2/layout/IconVerticalSolidList"/>
    <dgm:cxn modelId="{F68102A6-0BA3-4BDD-BD27-F51FED7D2363}" srcId="{66287D4E-1310-4E90-9443-A338B1EA13EC}" destId="{A8EBEB69-AC1E-4809-88E8-66EAA4CB7B10}" srcOrd="0" destOrd="0" parTransId="{63C7F78D-B58A-49A5-AB20-B516FBEF0959}" sibTransId="{F2CBA331-4240-4917-B04F-652B98910B8F}"/>
    <dgm:cxn modelId="{EABAA9DC-9A07-4A62-AE1D-876CB6697D7C}" srcId="{66287D4E-1310-4E90-9443-A338B1EA13EC}" destId="{4914285F-293D-47BC-9D4F-68B2E9D644E0}" srcOrd="1" destOrd="0" parTransId="{975D0C3E-26FD-45FA-96B8-7D27C9CB85A1}" sibTransId="{AC9D1D4B-636F-46B2-9620-8E63A3B7477B}"/>
    <dgm:cxn modelId="{F84B33E7-E0D1-4A4B-906C-1B866C8B69B9}" type="presOf" srcId="{A8EBEB69-AC1E-4809-88E8-66EAA4CB7B10}" destId="{A0AC1023-966E-4E85-BC25-455F3462A02A}" srcOrd="0" destOrd="0" presId="urn:microsoft.com/office/officeart/2018/2/layout/IconVerticalSolidList"/>
    <dgm:cxn modelId="{910C980A-C943-4B3D-BE58-EF35853BC02C}" type="presParOf" srcId="{E969F26E-3531-4268-9599-B03881D99131}" destId="{693D526E-94F6-4A07-A99E-832E5D19946D}" srcOrd="0" destOrd="0" presId="urn:microsoft.com/office/officeart/2018/2/layout/IconVerticalSolidList"/>
    <dgm:cxn modelId="{2FB4046C-9ABE-4845-B060-D8B8FCDCFA44}" type="presParOf" srcId="{693D526E-94F6-4A07-A99E-832E5D19946D}" destId="{521ABEFD-5FFF-47E1-99FF-07FE77FB1260}" srcOrd="0" destOrd="0" presId="urn:microsoft.com/office/officeart/2018/2/layout/IconVerticalSolidList"/>
    <dgm:cxn modelId="{EEEEE146-29F7-46BB-985E-9E2B7B756B52}" type="presParOf" srcId="{693D526E-94F6-4A07-A99E-832E5D19946D}" destId="{86199F48-DE0E-4613-8091-CCE67A20D6B5}" srcOrd="1" destOrd="0" presId="urn:microsoft.com/office/officeart/2018/2/layout/IconVerticalSolidList"/>
    <dgm:cxn modelId="{5C78F925-6B4F-4C8D-A045-D9F13BEC59AA}" type="presParOf" srcId="{693D526E-94F6-4A07-A99E-832E5D19946D}" destId="{BB5E8437-CC51-492D-85C9-D4CCCE978DDA}" srcOrd="2" destOrd="0" presId="urn:microsoft.com/office/officeart/2018/2/layout/IconVerticalSolidList"/>
    <dgm:cxn modelId="{A42307AB-4E3F-4B39-BF4B-757A559A89E2}" type="presParOf" srcId="{693D526E-94F6-4A07-A99E-832E5D19946D}" destId="{A0AC1023-966E-4E85-BC25-455F3462A02A}" srcOrd="3" destOrd="0" presId="urn:microsoft.com/office/officeart/2018/2/layout/IconVerticalSolidList"/>
    <dgm:cxn modelId="{6E00B445-0409-4A69-BFC9-8A3A5E9246F3}" type="presParOf" srcId="{E969F26E-3531-4268-9599-B03881D99131}" destId="{A02DB217-EF9A-4671-A28B-635E3F68ACCD}" srcOrd="1" destOrd="0" presId="urn:microsoft.com/office/officeart/2018/2/layout/IconVerticalSolidList"/>
    <dgm:cxn modelId="{05045EDA-84CE-4E1D-ABE6-4A9436332717}" type="presParOf" srcId="{E969F26E-3531-4268-9599-B03881D99131}" destId="{896BDE1A-CD31-424E-BDB1-B649A81CE86D}" srcOrd="2" destOrd="0" presId="urn:microsoft.com/office/officeart/2018/2/layout/IconVerticalSolidList"/>
    <dgm:cxn modelId="{2CA492BB-4BB8-4DD7-BE6F-31175B2BFF78}" type="presParOf" srcId="{896BDE1A-CD31-424E-BDB1-B649A81CE86D}" destId="{C45DB2A1-8C4A-4044-993D-4238EF39890A}" srcOrd="0" destOrd="0" presId="urn:microsoft.com/office/officeart/2018/2/layout/IconVerticalSolidList"/>
    <dgm:cxn modelId="{A7ABE9E5-224F-4684-A466-4F18D122A05E}" type="presParOf" srcId="{896BDE1A-CD31-424E-BDB1-B649A81CE86D}" destId="{E25D5ED8-8549-40C1-8C08-A467E16B5AC5}" srcOrd="1" destOrd="0" presId="urn:microsoft.com/office/officeart/2018/2/layout/IconVerticalSolidList"/>
    <dgm:cxn modelId="{F911D4BB-4E9B-4C29-A13B-CC9D9185460E}" type="presParOf" srcId="{896BDE1A-CD31-424E-BDB1-B649A81CE86D}" destId="{75523941-653E-4434-B843-AF3556A44F15}" srcOrd="2" destOrd="0" presId="urn:microsoft.com/office/officeart/2018/2/layout/IconVerticalSolidList"/>
    <dgm:cxn modelId="{BA1B33BE-B9BB-43CB-AB10-EAC0512C491A}" type="presParOf" srcId="{896BDE1A-CD31-424E-BDB1-B649A81CE86D}" destId="{B22AA6E2-7C44-4620-98AD-5C7E56E063CF}" srcOrd="3" destOrd="0" presId="urn:microsoft.com/office/officeart/2018/2/layout/IconVerticalSolidList"/>
    <dgm:cxn modelId="{DF4FFC54-2B14-43B8-98DA-7129688B534C}" type="presParOf" srcId="{E969F26E-3531-4268-9599-B03881D99131}" destId="{6BF8D8FB-2A28-4E60-A00E-64A4F79A089E}" srcOrd="3" destOrd="0" presId="urn:microsoft.com/office/officeart/2018/2/layout/IconVerticalSolidList"/>
    <dgm:cxn modelId="{7A04C523-5FAE-41F8-9EEB-EAD4B1D00F1C}" type="presParOf" srcId="{E969F26E-3531-4268-9599-B03881D99131}" destId="{F12C79D1-6A02-41C0-A6A1-94AB5EF8E380}" srcOrd="4" destOrd="0" presId="urn:microsoft.com/office/officeart/2018/2/layout/IconVerticalSolidList"/>
    <dgm:cxn modelId="{26AAAF94-8C22-493C-BDA9-1029BC5C9C7E}" type="presParOf" srcId="{F12C79D1-6A02-41C0-A6A1-94AB5EF8E380}" destId="{29888686-EC0E-4466-8B25-FD95919E3EB6}" srcOrd="0" destOrd="0" presId="urn:microsoft.com/office/officeart/2018/2/layout/IconVerticalSolidList"/>
    <dgm:cxn modelId="{B3CDC3BC-3EF7-4865-89FE-92606A4A6CB2}" type="presParOf" srcId="{F12C79D1-6A02-41C0-A6A1-94AB5EF8E380}" destId="{53F9A8BD-62C5-4C11-AE91-FF254F01CA95}" srcOrd="1" destOrd="0" presId="urn:microsoft.com/office/officeart/2018/2/layout/IconVerticalSolidList"/>
    <dgm:cxn modelId="{2F0154A9-6837-4CDE-8B0D-5203AFAF63AB}" type="presParOf" srcId="{F12C79D1-6A02-41C0-A6A1-94AB5EF8E380}" destId="{C0BCC233-F0B0-4BE9-9AC4-3DFC3F6375E8}" srcOrd="2" destOrd="0" presId="urn:microsoft.com/office/officeart/2018/2/layout/IconVerticalSolidList"/>
    <dgm:cxn modelId="{A550684A-D1B2-4EE2-9658-D56AA82270E5}" type="presParOf" srcId="{F12C79D1-6A02-41C0-A6A1-94AB5EF8E380}" destId="{F7DA712B-996C-4C47-BD6D-AB486D9CA43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A21AC59-448B-448C-A659-59DFFEBDFDB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BB70AFA-CD7A-4C7E-A16D-F7260F3EFCE6}">
      <dgm:prSet/>
      <dgm:spPr/>
      <dgm:t>
        <a:bodyPr/>
        <a:lstStyle/>
        <a:p>
          <a:r>
            <a:rPr lang="en-US"/>
            <a:t>EC2 + ELB: EC2 para hosting del frontend y microservicios (/auth, /files, /credentials).</a:t>
          </a:r>
        </a:p>
      </dgm:t>
    </dgm:pt>
    <dgm:pt modelId="{CF1868C0-28AF-46EA-B2F0-DC87248B14B6}" type="parTrans" cxnId="{E7C94D00-473A-4664-A2C0-C6F0156E18A8}">
      <dgm:prSet/>
      <dgm:spPr/>
      <dgm:t>
        <a:bodyPr/>
        <a:lstStyle/>
        <a:p>
          <a:endParaRPr lang="en-US"/>
        </a:p>
      </dgm:t>
    </dgm:pt>
    <dgm:pt modelId="{56BE7249-FE1C-41CB-BDEB-ED71B55A9489}" type="sibTrans" cxnId="{E7C94D00-473A-4664-A2C0-C6F0156E18A8}">
      <dgm:prSet/>
      <dgm:spPr/>
      <dgm:t>
        <a:bodyPr/>
        <a:lstStyle/>
        <a:p>
          <a:endParaRPr lang="en-US"/>
        </a:p>
      </dgm:t>
    </dgm:pt>
    <dgm:pt modelId="{89024E0E-1F20-4497-8F20-5E70F6CC9CBE}">
      <dgm:prSet/>
      <dgm:spPr/>
      <dgm:t>
        <a:bodyPr/>
        <a:lstStyle/>
        <a:p>
          <a:r>
            <a:rPr lang="en-US"/>
            <a:t>Load Balancer: Balanceo de tráfico y alta disponibilidad.</a:t>
          </a:r>
        </a:p>
      </dgm:t>
    </dgm:pt>
    <dgm:pt modelId="{3110EF49-1E05-4238-96A1-D93236B2E786}" type="parTrans" cxnId="{00322575-B2CD-4BE3-95BB-DB16AB9F9545}">
      <dgm:prSet/>
      <dgm:spPr/>
      <dgm:t>
        <a:bodyPr/>
        <a:lstStyle/>
        <a:p>
          <a:endParaRPr lang="en-US"/>
        </a:p>
      </dgm:t>
    </dgm:pt>
    <dgm:pt modelId="{381A61BC-92D6-42E3-A11D-941F287641B4}" type="sibTrans" cxnId="{00322575-B2CD-4BE3-95BB-DB16AB9F9545}">
      <dgm:prSet/>
      <dgm:spPr/>
      <dgm:t>
        <a:bodyPr/>
        <a:lstStyle/>
        <a:p>
          <a:endParaRPr lang="en-US"/>
        </a:p>
      </dgm:t>
    </dgm:pt>
    <dgm:pt modelId="{4C7E2B06-F6CB-448D-93FB-4BBC36256AE6}">
      <dgm:prSet/>
      <dgm:spPr/>
      <dgm:t>
        <a:bodyPr/>
        <a:lstStyle/>
        <a:p>
          <a:r>
            <a:rPr lang="en-US"/>
            <a:t>RDS (MySQL/Aurora): Almacenamiento de usuarios, metadatos y contraseñas cifradas.</a:t>
          </a:r>
        </a:p>
      </dgm:t>
    </dgm:pt>
    <dgm:pt modelId="{20805547-7908-43A1-A718-212A75771F6D}" type="parTrans" cxnId="{BDBE5515-62CF-447F-A839-ABB411026C54}">
      <dgm:prSet/>
      <dgm:spPr/>
      <dgm:t>
        <a:bodyPr/>
        <a:lstStyle/>
        <a:p>
          <a:endParaRPr lang="en-US"/>
        </a:p>
      </dgm:t>
    </dgm:pt>
    <dgm:pt modelId="{B7520D51-93A9-4FFD-9F26-731C4710B942}" type="sibTrans" cxnId="{BDBE5515-62CF-447F-A839-ABB411026C54}">
      <dgm:prSet/>
      <dgm:spPr/>
      <dgm:t>
        <a:bodyPr/>
        <a:lstStyle/>
        <a:p>
          <a:endParaRPr lang="en-US"/>
        </a:p>
      </dgm:t>
    </dgm:pt>
    <dgm:pt modelId="{B80BAB6D-7D07-435E-9D9C-834B37656A8C}">
      <dgm:prSet/>
      <dgm:spPr/>
      <dgm:t>
        <a:bodyPr/>
        <a:lstStyle/>
        <a:p>
          <a:r>
            <a:rPr lang="en-US"/>
            <a:t>S3: Almacenamiento de archivos de usuario organizados por carpeta.</a:t>
          </a:r>
        </a:p>
      </dgm:t>
    </dgm:pt>
    <dgm:pt modelId="{7FBFA300-BFB0-48EF-9375-AD6EA83F5805}" type="parTrans" cxnId="{E2ACF067-06D1-4AA0-A266-FFE8D512F024}">
      <dgm:prSet/>
      <dgm:spPr/>
      <dgm:t>
        <a:bodyPr/>
        <a:lstStyle/>
        <a:p>
          <a:endParaRPr lang="en-US"/>
        </a:p>
      </dgm:t>
    </dgm:pt>
    <dgm:pt modelId="{511577CA-D60E-481D-AF51-1C7524EA9B59}" type="sibTrans" cxnId="{E2ACF067-06D1-4AA0-A266-FFE8D512F024}">
      <dgm:prSet/>
      <dgm:spPr/>
      <dgm:t>
        <a:bodyPr/>
        <a:lstStyle/>
        <a:p>
          <a:endParaRPr lang="en-US"/>
        </a:p>
      </dgm:t>
    </dgm:pt>
    <dgm:pt modelId="{D3D10751-396D-47F8-963E-975A7E5CD684}" type="pres">
      <dgm:prSet presAssocID="{6A21AC59-448B-448C-A659-59DFFEBDFDB2}" presName="root" presStyleCnt="0">
        <dgm:presLayoutVars>
          <dgm:dir/>
          <dgm:resizeHandles val="exact"/>
        </dgm:presLayoutVars>
      </dgm:prSet>
      <dgm:spPr/>
    </dgm:pt>
    <dgm:pt modelId="{41ACF390-4B39-4903-8534-FCC2DC489D87}" type="pres">
      <dgm:prSet presAssocID="{7BB70AFA-CD7A-4C7E-A16D-F7260F3EFCE6}" presName="compNode" presStyleCnt="0"/>
      <dgm:spPr/>
    </dgm:pt>
    <dgm:pt modelId="{D7529177-7E03-484D-A8F0-5B6129A01FD2}" type="pres">
      <dgm:prSet presAssocID="{7BB70AFA-CD7A-4C7E-A16D-F7260F3EFCE6}" presName="bgRect" presStyleLbl="bgShp" presStyleIdx="0" presStyleCnt="4"/>
      <dgm:spPr/>
    </dgm:pt>
    <dgm:pt modelId="{9A7F25CF-021C-4162-B020-62E92E992BA3}" type="pres">
      <dgm:prSet presAssocID="{7BB70AFA-CD7A-4C7E-A16D-F7260F3EFCE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72144BBE-BD5D-4BB5-BB1B-521FF98E2115}" type="pres">
      <dgm:prSet presAssocID="{7BB70AFA-CD7A-4C7E-A16D-F7260F3EFCE6}" presName="spaceRect" presStyleCnt="0"/>
      <dgm:spPr/>
    </dgm:pt>
    <dgm:pt modelId="{AAF9C794-5EDB-4DF1-9281-D76D69D01355}" type="pres">
      <dgm:prSet presAssocID="{7BB70AFA-CD7A-4C7E-A16D-F7260F3EFCE6}" presName="parTx" presStyleLbl="revTx" presStyleIdx="0" presStyleCnt="4">
        <dgm:presLayoutVars>
          <dgm:chMax val="0"/>
          <dgm:chPref val="0"/>
        </dgm:presLayoutVars>
      </dgm:prSet>
      <dgm:spPr/>
    </dgm:pt>
    <dgm:pt modelId="{FF5F95B3-4204-4A9A-B44C-07A603B1A406}" type="pres">
      <dgm:prSet presAssocID="{56BE7249-FE1C-41CB-BDEB-ED71B55A9489}" presName="sibTrans" presStyleCnt="0"/>
      <dgm:spPr/>
    </dgm:pt>
    <dgm:pt modelId="{4555BD31-169F-4CAD-8BCC-4A2B7AF80DBF}" type="pres">
      <dgm:prSet presAssocID="{89024E0E-1F20-4497-8F20-5E70F6CC9CBE}" presName="compNode" presStyleCnt="0"/>
      <dgm:spPr/>
    </dgm:pt>
    <dgm:pt modelId="{D5F67938-26DD-4FE0-9627-27F58AF8FCCE}" type="pres">
      <dgm:prSet presAssocID="{89024E0E-1F20-4497-8F20-5E70F6CC9CBE}" presName="bgRect" presStyleLbl="bgShp" presStyleIdx="1" presStyleCnt="4"/>
      <dgm:spPr/>
    </dgm:pt>
    <dgm:pt modelId="{E5DED1DF-C3BD-4C17-A99B-67CB1C425E92}" type="pres">
      <dgm:prSet presAssocID="{89024E0E-1F20-4497-8F20-5E70F6CC9CB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cala"/>
        </a:ext>
      </dgm:extLst>
    </dgm:pt>
    <dgm:pt modelId="{1F26DBB6-0FAF-463B-88C2-DB85378F1679}" type="pres">
      <dgm:prSet presAssocID="{89024E0E-1F20-4497-8F20-5E70F6CC9CBE}" presName="spaceRect" presStyleCnt="0"/>
      <dgm:spPr/>
    </dgm:pt>
    <dgm:pt modelId="{8203EB63-0249-455C-975E-A9A9C926AB6E}" type="pres">
      <dgm:prSet presAssocID="{89024E0E-1F20-4497-8F20-5E70F6CC9CBE}" presName="parTx" presStyleLbl="revTx" presStyleIdx="1" presStyleCnt="4">
        <dgm:presLayoutVars>
          <dgm:chMax val="0"/>
          <dgm:chPref val="0"/>
        </dgm:presLayoutVars>
      </dgm:prSet>
      <dgm:spPr/>
    </dgm:pt>
    <dgm:pt modelId="{3FE90782-8C64-4640-8A98-F592CABF08D9}" type="pres">
      <dgm:prSet presAssocID="{381A61BC-92D6-42E3-A11D-941F287641B4}" presName="sibTrans" presStyleCnt="0"/>
      <dgm:spPr/>
    </dgm:pt>
    <dgm:pt modelId="{0C55E296-5815-4605-885A-73FFE887E191}" type="pres">
      <dgm:prSet presAssocID="{4C7E2B06-F6CB-448D-93FB-4BBC36256AE6}" presName="compNode" presStyleCnt="0"/>
      <dgm:spPr/>
    </dgm:pt>
    <dgm:pt modelId="{CF3A96E4-9660-4B34-BBFF-C6D76C6D7117}" type="pres">
      <dgm:prSet presAssocID="{4C7E2B06-F6CB-448D-93FB-4BBC36256AE6}" presName="bgRect" presStyleLbl="bgShp" presStyleIdx="2" presStyleCnt="4"/>
      <dgm:spPr/>
    </dgm:pt>
    <dgm:pt modelId="{B96C5F06-5ACD-4080-A187-EA51F0CE8011}" type="pres">
      <dgm:prSet presAssocID="{4C7E2B06-F6CB-448D-93FB-4BBC36256AE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1C39694A-AA54-4406-A3D0-BE02200DC365}" type="pres">
      <dgm:prSet presAssocID="{4C7E2B06-F6CB-448D-93FB-4BBC36256AE6}" presName="spaceRect" presStyleCnt="0"/>
      <dgm:spPr/>
    </dgm:pt>
    <dgm:pt modelId="{13A7DF90-DF37-4372-918B-B97314A8ED34}" type="pres">
      <dgm:prSet presAssocID="{4C7E2B06-F6CB-448D-93FB-4BBC36256AE6}" presName="parTx" presStyleLbl="revTx" presStyleIdx="2" presStyleCnt="4">
        <dgm:presLayoutVars>
          <dgm:chMax val="0"/>
          <dgm:chPref val="0"/>
        </dgm:presLayoutVars>
      </dgm:prSet>
      <dgm:spPr/>
    </dgm:pt>
    <dgm:pt modelId="{EBA3DDF6-A65B-4B3B-B239-34EC39097EE4}" type="pres">
      <dgm:prSet presAssocID="{B7520D51-93A9-4FFD-9F26-731C4710B942}" presName="sibTrans" presStyleCnt="0"/>
      <dgm:spPr/>
    </dgm:pt>
    <dgm:pt modelId="{44867FC0-840E-4173-9689-AE1E0B1489EC}" type="pres">
      <dgm:prSet presAssocID="{B80BAB6D-7D07-435E-9D9C-834B37656A8C}" presName="compNode" presStyleCnt="0"/>
      <dgm:spPr/>
    </dgm:pt>
    <dgm:pt modelId="{1C47C4CA-8AD1-4140-A722-CB9FAF8F0952}" type="pres">
      <dgm:prSet presAssocID="{B80BAB6D-7D07-435E-9D9C-834B37656A8C}" presName="bgRect" presStyleLbl="bgShp" presStyleIdx="3" presStyleCnt="4"/>
      <dgm:spPr/>
    </dgm:pt>
    <dgm:pt modelId="{EFFED32C-8E5D-426E-8C2E-4E748C0D399A}" type="pres">
      <dgm:prSet presAssocID="{B80BAB6D-7D07-435E-9D9C-834B37656A8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6A749E21-FCFC-4DC5-B0F1-3FD34CA78DA3}" type="pres">
      <dgm:prSet presAssocID="{B80BAB6D-7D07-435E-9D9C-834B37656A8C}" presName="spaceRect" presStyleCnt="0"/>
      <dgm:spPr/>
    </dgm:pt>
    <dgm:pt modelId="{D1EFCAF8-E83D-43DB-9A1D-0C4369B8A4E1}" type="pres">
      <dgm:prSet presAssocID="{B80BAB6D-7D07-435E-9D9C-834B37656A8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7C94D00-473A-4664-A2C0-C6F0156E18A8}" srcId="{6A21AC59-448B-448C-A659-59DFFEBDFDB2}" destId="{7BB70AFA-CD7A-4C7E-A16D-F7260F3EFCE6}" srcOrd="0" destOrd="0" parTransId="{CF1868C0-28AF-46EA-B2F0-DC87248B14B6}" sibTransId="{56BE7249-FE1C-41CB-BDEB-ED71B55A9489}"/>
    <dgm:cxn modelId="{B20D9700-C67C-45F5-BB7D-2E43435CECBC}" type="presOf" srcId="{6A21AC59-448B-448C-A659-59DFFEBDFDB2}" destId="{D3D10751-396D-47F8-963E-975A7E5CD684}" srcOrd="0" destOrd="0" presId="urn:microsoft.com/office/officeart/2018/2/layout/IconVerticalSolidList"/>
    <dgm:cxn modelId="{BDBE5515-62CF-447F-A839-ABB411026C54}" srcId="{6A21AC59-448B-448C-A659-59DFFEBDFDB2}" destId="{4C7E2B06-F6CB-448D-93FB-4BBC36256AE6}" srcOrd="2" destOrd="0" parTransId="{20805547-7908-43A1-A718-212A75771F6D}" sibTransId="{B7520D51-93A9-4FFD-9F26-731C4710B942}"/>
    <dgm:cxn modelId="{93E10A35-4773-4865-9FDC-897F72D19A7F}" type="presOf" srcId="{4C7E2B06-F6CB-448D-93FB-4BBC36256AE6}" destId="{13A7DF90-DF37-4372-918B-B97314A8ED34}" srcOrd="0" destOrd="0" presId="urn:microsoft.com/office/officeart/2018/2/layout/IconVerticalSolidList"/>
    <dgm:cxn modelId="{D93B2D3A-2FC9-40DA-9CFD-F986150D28E2}" type="presOf" srcId="{7BB70AFA-CD7A-4C7E-A16D-F7260F3EFCE6}" destId="{AAF9C794-5EDB-4DF1-9281-D76D69D01355}" srcOrd="0" destOrd="0" presId="urn:microsoft.com/office/officeart/2018/2/layout/IconVerticalSolidList"/>
    <dgm:cxn modelId="{E2ACF067-06D1-4AA0-A266-FFE8D512F024}" srcId="{6A21AC59-448B-448C-A659-59DFFEBDFDB2}" destId="{B80BAB6D-7D07-435E-9D9C-834B37656A8C}" srcOrd="3" destOrd="0" parTransId="{7FBFA300-BFB0-48EF-9375-AD6EA83F5805}" sibTransId="{511577CA-D60E-481D-AF51-1C7524EA9B59}"/>
    <dgm:cxn modelId="{00322575-B2CD-4BE3-95BB-DB16AB9F9545}" srcId="{6A21AC59-448B-448C-A659-59DFFEBDFDB2}" destId="{89024E0E-1F20-4497-8F20-5E70F6CC9CBE}" srcOrd="1" destOrd="0" parTransId="{3110EF49-1E05-4238-96A1-D93236B2E786}" sibTransId="{381A61BC-92D6-42E3-A11D-941F287641B4}"/>
    <dgm:cxn modelId="{3F9742AF-5450-4894-B191-520DED15A079}" type="presOf" srcId="{89024E0E-1F20-4497-8F20-5E70F6CC9CBE}" destId="{8203EB63-0249-455C-975E-A9A9C926AB6E}" srcOrd="0" destOrd="0" presId="urn:microsoft.com/office/officeart/2018/2/layout/IconVerticalSolidList"/>
    <dgm:cxn modelId="{259162F9-3B11-4A97-8626-CBE6909D46DB}" type="presOf" srcId="{B80BAB6D-7D07-435E-9D9C-834B37656A8C}" destId="{D1EFCAF8-E83D-43DB-9A1D-0C4369B8A4E1}" srcOrd="0" destOrd="0" presId="urn:microsoft.com/office/officeart/2018/2/layout/IconVerticalSolidList"/>
    <dgm:cxn modelId="{887E655F-003C-4567-8A07-AF6FC1A3754C}" type="presParOf" srcId="{D3D10751-396D-47F8-963E-975A7E5CD684}" destId="{41ACF390-4B39-4903-8534-FCC2DC489D87}" srcOrd="0" destOrd="0" presId="urn:microsoft.com/office/officeart/2018/2/layout/IconVerticalSolidList"/>
    <dgm:cxn modelId="{C9005213-4796-47D5-BA2B-B646A10B1D7F}" type="presParOf" srcId="{41ACF390-4B39-4903-8534-FCC2DC489D87}" destId="{D7529177-7E03-484D-A8F0-5B6129A01FD2}" srcOrd="0" destOrd="0" presId="urn:microsoft.com/office/officeart/2018/2/layout/IconVerticalSolidList"/>
    <dgm:cxn modelId="{63127C3B-9DD9-4E77-BD1E-1788BB073E1F}" type="presParOf" srcId="{41ACF390-4B39-4903-8534-FCC2DC489D87}" destId="{9A7F25CF-021C-4162-B020-62E92E992BA3}" srcOrd="1" destOrd="0" presId="urn:microsoft.com/office/officeart/2018/2/layout/IconVerticalSolidList"/>
    <dgm:cxn modelId="{3F91A2C0-DA51-4042-9DD3-16529EA09067}" type="presParOf" srcId="{41ACF390-4B39-4903-8534-FCC2DC489D87}" destId="{72144BBE-BD5D-4BB5-BB1B-521FF98E2115}" srcOrd="2" destOrd="0" presId="urn:microsoft.com/office/officeart/2018/2/layout/IconVerticalSolidList"/>
    <dgm:cxn modelId="{DDAD4E60-9931-4AF5-B1A1-FD0488C145DE}" type="presParOf" srcId="{41ACF390-4B39-4903-8534-FCC2DC489D87}" destId="{AAF9C794-5EDB-4DF1-9281-D76D69D01355}" srcOrd="3" destOrd="0" presId="urn:microsoft.com/office/officeart/2018/2/layout/IconVerticalSolidList"/>
    <dgm:cxn modelId="{F36E32E3-549A-43D6-826D-D1FBD97D182A}" type="presParOf" srcId="{D3D10751-396D-47F8-963E-975A7E5CD684}" destId="{FF5F95B3-4204-4A9A-B44C-07A603B1A406}" srcOrd="1" destOrd="0" presId="urn:microsoft.com/office/officeart/2018/2/layout/IconVerticalSolidList"/>
    <dgm:cxn modelId="{3DE2ED02-0AC3-45D0-8404-C2633BC98128}" type="presParOf" srcId="{D3D10751-396D-47F8-963E-975A7E5CD684}" destId="{4555BD31-169F-4CAD-8BCC-4A2B7AF80DBF}" srcOrd="2" destOrd="0" presId="urn:microsoft.com/office/officeart/2018/2/layout/IconVerticalSolidList"/>
    <dgm:cxn modelId="{154A7A9B-831A-4356-BB73-663E8E90069E}" type="presParOf" srcId="{4555BD31-169F-4CAD-8BCC-4A2B7AF80DBF}" destId="{D5F67938-26DD-4FE0-9627-27F58AF8FCCE}" srcOrd="0" destOrd="0" presId="urn:microsoft.com/office/officeart/2018/2/layout/IconVerticalSolidList"/>
    <dgm:cxn modelId="{645FCAA0-3AAE-4A91-8AA4-173D15D7169C}" type="presParOf" srcId="{4555BD31-169F-4CAD-8BCC-4A2B7AF80DBF}" destId="{E5DED1DF-C3BD-4C17-A99B-67CB1C425E92}" srcOrd="1" destOrd="0" presId="urn:microsoft.com/office/officeart/2018/2/layout/IconVerticalSolidList"/>
    <dgm:cxn modelId="{0CBB8D3F-0477-4C5C-A1E0-9D9D71462C69}" type="presParOf" srcId="{4555BD31-169F-4CAD-8BCC-4A2B7AF80DBF}" destId="{1F26DBB6-0FAF-463B-88C2-DB85378F1679}" srcOrd="2" destOrd="0" presId="urn:microsoft.com/office/officeart/2018/2/layout/IconVerticalSolidList"/>
    <dgm:cxn modelId="{38265EED-FC47-410A-B369-E9746E01DFF8}" type="presParOf" srcId="{4555BD31-169F-4CAD-8BCC-4A2B7AF80DBF}" destId="{8203EB63-0249-455C-975E-A9A9C926AB6E}" srcOrd="3" destOrd="0" presId="urn:microsoft.com/office/officeart/2018/2/layout/IconVerticalSolidList"/>
    <dgm:cxn modelId="{F9215CA4-7D96-4C02-A6B9-9910B15C58E0}" type="presParOf" srcId="{D3D10751-396D-47F8-963E-975A7E5CD684}" destId="{3FE90782-8C64-4640-8A98-F592CABF08D9}" srcOrd="3" destOrd="0" presId="urn:microsoft.com/office/officeart/2018/2/layout/IconVerticalSolidList"/>
    <dgm:cxn modelId="{14B647F0-1BE7-4D7A-BCFC-2012D93EE003}" type="presParOf" srcId="{D3D10751-396D-47F8-963E-975A7E5CD684}" destId="{0C55E296-5815-4605-885A-73FFE887E191}" srcOrd="4" destOrd="0" presId="urn:microsoft.com/office/officeart/2018/2/layout/IconVerticalSolidList"/>
    <dgm:cxn modelId="{5DBFF8C8-3EB2-4319-94A0-A9664B16B516}" type="presParOf" srcId="{0C55E296-5815-4605-885A-73FFE887E191}" destId="{CF3A96E4-9660-4B34-BBFF-C6D76C6D7117}" srcOrd="0" destOrd="0" presId="urn:microsoft.com/office/officeart/2018/2/layout/IconVerticalSolidList"/>
    <dgm:cxn modelId="{827E39E2-B4AA-439D-8D00-9AD7753E7F3B}" type="presParOf" srcId="{0C55E296-5815-4605-885A-73FFE887E191}" destId="{B96C5F06-5ACD-4080-A187-EA51F0CE8011}" srcOrd="1" destOrd="0" presId="urn:microsoft.com/office/officeart/2018/2/layout/IconVerticalSolidList"/>
    <dgm:cxn modelId="{6E43F676-B024-4291-9B90-28F9AC051DDF}" type="presParOf" srcId="{0C55E296-5815-4605-885A-73FFE887E191}" destId="{1C39694A-AA54-4406-A3D0-BE02200DC365}" srcOrd="2" destOrd="0" presId="urn:microsoft.com/office/officeart/2018/2/layout/IconVerticalSolidList"/>
    <dgm:cxn modelId="{A1532F9D-55DF-42EF-BAE4-88B7A08D330F}" type="presParOf" srcId="{0C55E296-5815-4605-885A-73FFE887E191}" destId="{13A7DF90-DF37-4372-918B-B97314A8ED34}" srcOrd="3" destOrd="0" presId="urn:microsoft.com/office/officeart/2018/2/layout/IconVerticalSolidList"/>
    <dgm:cxn modelId="{369D3323-58C1-45C6-8B4F-3EB7E6085CAE}" type="presParOf" srcId="{D3D10751-396D-47F8-963E-975A7E5CD684}" destId="{EBA3DDF6-A65B-4B3B-B239-34EC39097EE4}" srcOrd="5" destOrd="0" presId="urn:microsoft.com/office/officeart/2018/2/layout/IconVerticalSolidList"/>
    <dgm:cxn modelId="{BA0F8302-ACBA-4B68-8B0D-29A241B7B384}" type="presParOf" srcId="{D3D10751-396D-47F8-963E-975A7E5CD684}" destId="{44867FC0-840E-4173-9689-AE1E0B1489EC}" srcOrd="6" destOrd="0" presId="urn:microsoft.com/office/officeart/2018/2/layout/IconVerticalSolidList"/>
    <dgm:cxn modelId="{AC6391FB-FE4A-4596-B9E0-A39D6A6E6955}" type="presParOf" srcId="{44867FC0-840E-4173-9689-AE1E0B1489EC}" destId="{1C47C4CA-8AD1-4140-A722-CB9FAF8F0952}" srcOrd="0" destOrd="0" presId="urn:microsoft.com/office/officeart/2018/2/layout/IconVerticalSolidList"/>
    <dgm:cxn modelId="{7FCE7B8E-C741-48D1-80D3-600FAA71EBE0}" type="presParOf" srcId="{44867FC0-840E-4173-9689-AE1E0B1489EC}" destId="{EFFED32C-8E5D-426E-8C2E-4E748C0D399A}" srcOrd="1" destOrd="0" presId="urn:microsoft.com/office/officeart/2018/2/layout/IconVerticalSolidList"/>
    <dgm:cxn modelId="{36A93E14-20A2-48B7-A8B5-A17ECCC7D68E}" type="presParOf" srcId="{44867FC0-840E-4173-9689-AE1E0B1489EC}" destId="{6A749E21-FCFC-4DC5-B0F1-3FD34CA78DA3}" srcOrd="2" destOrd="0" presId="urn:microsoft.com/office/officeart/2018/2/layout/IconVerticalSolidList"/>
    <dgm:cxn modelId="{0399F1A3-20E2-40D2-A670-3971B4CCB5A1}" type="presParOf" srcId="{44867FC0-840E-4173-9689-AE1E0B1489EC}" destId="{D1EFCAF8-E83D-43DB-9A1D-0C4369B8A4E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42D1D7A-8470-448E-9568-A7BA2B2248F6}" type="doc">
      <dgm:prSet loTypeId="urn:microsoft.com/office/officeart/2005/8/layout/vProcess5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D6DD6CC-DA5C-45A8-B83E-29011DA42456}">
      <dgm:prSet/>
      <dgm:spPr/>
      <dgm:t>
        <a:bodyPr/>
        <a:lstStyle/>
        <a:p>
          <a:r>
            <a:rPr lang="en-US"/>
            <a:t>Rekognition: Registro y verificación facial.</a:t>
          </a:r>
        </a:p>
      </dgm:t>
    </dgm:pt>
    <dgm:pt modelId="{A0E14117-9C10-4C3A-9801-C499744CA697}" type="parTrans" cxnId="{5C9658DC-A4F9-4D77-9BBE-D1F3681964EC}">
      <dgm:prSet/>
      <dgm:spPr/>
      <dgm:t>
        <a:bodyPr/>
        <a:lstStyle/>
        <a:p>
          <a:endParaRPr lang="en-US"/>
        </a:p>
      </dgm:t>
    </dgm:pt>
    <dgm:pt modelId="{AEE68E3F-8BF8-4870-9971-AE1CB5692A6C}" type="sibTrans" cxnId="{5C9658DC-A4F9-4D77-9BBE-D1F3681964EC}">
      <dgm:prSet/>
      <dgm:spPr/>
      <dgm:t>
        <a:bodyPr/>
        <a:lstStyle/>
        <a:p>
          <a:endParaRPr lang="en-US"/>
        </a:p>
      </dgm:t>
    </dgm:pt>
    <dgm:pt modelId="{D1619584-E168-4271-993B-67911EA51E43}">
      <dgm:prSet/>
      <dgm:spPr/>
      <dgm:t>
        <a:bodyPr/>
        <a:lstStyle/>
        <a:p>
          <a:r>
            <a:rPr lang="en-US" dirty="0"/>
            <a:t>Translate: </a:t>
          </a:r>
          <a:r>
            <a:rPr lang="en-US" dirty="0" err="1"/>
            <a:t>Traducción</a:t>
          </a:r>
          <a:r>
            <a:rPr lang="en-US" dirty="0"/>
            <a:t> neuronal de </a:t>
          </a:r>
          <a:r>
            <a:rPr lang="en-US" dirty="0" err="1"/>
            <a:t>etiquetas</a:t>
          </a:r>
          <a:r>
            <a:rPr lang="en-US" dirty="0"/>
            <a:t>.</a:t>
          </a:r>
        </a:p>
      </dgm:t>
    </dgm:pt>
    <dgm:pt modelId="{8907C106-9BBD-4935-AB2C-9253DA12AEB7}" type="parTrans" cxnId="{27F91DFF-AEAE-42D4-B3D7-F695173B4961}">
      <dgm:prSet/>
      <dgm:spPr/>
      <dgm:t>
        <a:bodyPr/>
        <a:lstStyle/>
        <a:p>
          <a:endParaRPr lang="en-US"/>
        </a:p>
      </dgm:t>
    </dgm:pt>
    <dgm:pt modelId="{66A129CB-0D60-49B6-9E3C-617D2DBA9092}" type="sibTrans" cxnId="{27F91DFF-AEAE-42D4-B3D7-F695173B4961}">
      <dgm:prSet/>
      <dgm:spPr/>
      <dgm:t>
        <a:bodyPr/>
        <a:lstStyle/>
        <a:p>
          <a:endParaRPr lang="en-US"/>
        </a:p>
      </dgm:t>
    </dgm:pt>
    <dgm:pt modelId="{D70D6D81-BB14-4766-8914-C16857624ACE}">
      <dgm:prSet/>
      <dgm:spPr/>
      <dgm:t>
        <a:bodyPr/>
        <a:lstStyle/>
        <a:p>
          <a:r>
            <a:rPr lang="en-US"/>
            <a:t>Polly: Síntesis de voz para accesibilidad.</a:t>
          </a:r>
        </a:p>
      </dgm:t>
    </dgm:pt>
    <dgm:pt modelId="{46A3EFA0-DB83-4565-8EF1-EBAE225ABD6D}" type="parTrans" cxnId="{235142E9-EBB6-4942-ADC8-EBAD1FFCE9F5}">
      <dgm:prSet/>
      <dgm:spPr/>
      <dgm:t>
        <a:bodyPr/>
        <a:lstStyle/>
        <a:p>
          <a:endParaRPr lang="en-US"/>
        </a:p>
      </dgm:t>
    </dgm:pt>
    <dgm:pt modelId="{79FFB266-8FDD-47DD-B44F-110EF916C16C}" type="sibTrans" cxnId="{235142E9-EBB6-4942-ADC8-EBAD1FFCE9F5}">
      <dgm:prSet/>
      <dgm:spPr/>
      <dgm:t>
        <a:bodyPr/>
        <a:lstStyle/>
        <a:p>
          <a:endParaRPr lang="en-US"/>
        </a:p>
      </dgm:t>
    </dgm:pt>
    <dgm:pt modelId="{0BD7EB98-F2FC-4FBE-8882-9536CFE591DB}">
      <dgm:prSet/>
      <dgm:spPr/>
      <dgm:t>
        <a:bodyPr/>
        <a:lstStyle/>
        <a:p>
          <a:r>
            <a:rPr lang="en-US" dirty="0"/>
            <a:t>Secrets Manager: </a:t>
          </a:r>
          <a:r>
            <a:rPr lang="en-US" dirty="0" err="1"/>
            <a:t>Gestión</a:t>
          </a:r>
          <a:r>
            <a:rPr lang="en-US" dirty="0"/>
            <a:t> </a:t>
          </a:r>
          <a:r>
            <a:rPr lang="en-US" dirty="0" err="1"/>
            <a:t>centralizada</a:t>
          </a:r>
          <a:r>
            <a:rPr lang="en-US" dirty="0"/>
            <a:t> y </a:t>
          </a:r>
          <a:r>
            <a:rPr lang="en-US" dirty="0" err="1"/>
            <a:t>cifrado</a:t>
          </a:r>
          <a:r>
            <a:rPr lang="en-US" dirty="0"/>
            <a:t> de claves y </a:t>
          </a:r>
          <a:r>
            <a:rPr lang="en-US" dirty="0" err="1"/>
            <a:t>contraseñas</a:t>
          </a:r>
          <a:r>
            <a:rPr lang="en-US" dirty="0"/>
            <a:t>.</a:t>
          </a:r>
        </a:p>
      </dgm:t>
    </dgm:pt>
    <dgm:pt modelId="{E11C6945-FE46-4781-83AD-0F10A7608577}" type="parTrans" cxnId="{55208033-19AD-4211-8DCC-355F0E26BBED}">
      <dgm:prSet/>
      <dgm:spPr/>
      <dgm:t>
        <a:bodyPr/>
        <a:lstStyle/>
        <a:p>
          <a:endParaRPr lang="en-US"/>
        </a:p>
      </dgm:t>
    </dgm:pt>
    <dgm:pt modelId="{DB44B7EA-00ED-4219-B76E-E67182B266C0}" type="sibTrans" cxnId="{55208033-19AD-4211-8DCC-355F0E26BBED}">
      <dgm:prSet/>
      <dgm:spPr/>
      <dgm:t>
        <a:bodyPr/>
        <a:lstStyle/>
        <a:p>
          <a:endParaRPr lang="en-US"/>
        </a:p>
      </dgm:t>
    </dgm:pt>
    <dgm:pt modelId="{5B6A8025-7F84-4841-88D5-5C43542695A2}" type="pres">
      <dgm:prSet presAssocID="{042D1D7A-8470-448E-9568-A7BA2B2248F6}" presName="outerComposite" presStyleCnt="0">
        <dgm:presLayoutVars>
          <dgm:chMax val="5"/>
          <dgm:dir/>
          <dgm:resizeHandles val="exact"/>
        </dgm:presLayoutVars>
      </dgm:prSet>
      <dgm:spPr/>
    </dgm:pt>
    <dgm:pt modelId="{0AA2AAA8-4791-4615-9229-6024F20232C0}" type="pres">
      <dgm:prSet presAssocID="{042D1D7A-8470-448E-9568-A7BA2B2248F6}" presName="dummyMaxCanvas" presStyleCnt="0">
        <dgm:presLayoutVars/>
      </dgm:prSet>
      <dgm:spPr/>
    </dgm:pt>
    <dgm:pt modelId="{D7397220-E1F0-4F80-A4F9-EAC0C1E11429}" type="pres">
      <dgm:prSet presAssocID="{042D1D7A-8470-448E-9568-A7BA2B2248F6}" presName="FourNodes_1" presStyleLbl="node1" presStyleIdx="0" presStyleCnt="4">
        <dgm:presLayoutVars>
          <dgm:bulletEnabled val="1"/>
        </dgm:presLayoutVars>
      </dgm:prSet>
      <dgm:spPr/>
    </dgm:pt>
    <dgm:pt modelId="{EA596333-A2D4-4DFE-939A-9FFC8B9D1EDD}" type="pres">
      <dgm:prSet presAssocID="{042D1D7A-8470-448E-9568-A7BA2B2248F6}" presName="FourNodes_2" presStyleLbl="node1" presStyleIdx="1" presStyleCnt="4">
        <dgm:presLayoutVars>
          <dgm:bulletEnabled val="1"/>
        </dgm:presLayoutVars>
      </dgm:prSet>
      <dgm:spPr/>
    </dgm:pt>
    <dgm:pt modelId="{2B684424-1BE3-4A13-AA18-9264012CC84F}" type="pres">
      <dgm:prSet presAssocID="{042D1D7A-8470-448E-9568-A7BA2B2248F6}" presName="FourNodes_3" presStyleLbl="node1" presStyleIdx="2" presStyleCnt="4">
        <dgm:presLayoutVars>
          <dgm:bulletEnabled val="1"/>
        </dgm:presLayoutVars>
      </dgm:prSet>
      <dgm:spPr/>
    </dgm:pt>
    <dgm:pt modelId="{CF32BD4B-CA6B-4277-8289-BEC289B7DF95}" type="pres">
      <dgm:prSet presAssocID="{042D1D7A-8470-448E-9568-A7BA2B2248F6}" presName="FourNodes_4" presStyleLbl="node1" presStyleIdx="3" presStyleCnt="4">
        <dgm:presLayoutVars>
          <dgm:bulletEnabled val="1"/>
        </dgm:presLayoutVars>
      </dgm:prSet>
      <dgm:spPr/>
    </dgm:pt>
    <dgm:pt modelId="{42A86840-1A04-461B-8734-F0244B07CB37}" type="pres">
      <dgm:prSet presAssocID="{042D1D7A-8470-448E-9568-A7BA2B2248F6}" presName="FourConn_1-2" presStyleLbl="fgAccFollowNode1" presStyleIdx="0" presStyleCnt="3">
        <dgm:presLayoutVars>
          <dgm:bulletEnabled val="1"/>
        </dgm:presLayoutVars>
      </dgm:prSet>
      <dgm:spPr/>
    </dgm:pt>
    <dgm:pt modelId="{5F6A143D-A508-448E-9781-00F0E6B67B7C}" type="pres">
      <dgm:prSet presAssocID="{042D1D7A-8470-448E-9568-A7BA2B2248F6}" presName="FourConn_2-3" presStyleLbl="fgAccFollowNode1" presStyleIdx="1" presStyleCnt="3">
        <dgm:presLayoutVars>
          <dgm:bulletEnabled val="1"/>
        </dgm:presLayoutVars>
      </dgm:prSet>
      <dgm:spPr/>
    </dgm:pt>
    <dgm:pt modelId="{E8C7BFE3-F0B2-473F-931F-04B70B81AE30}" type="pres">
      <dgm:prSet presAssocID="{042D1D7A-8470-448E-9568-A7BA2B2248F6}" presName="FourConn_3-4" presStyleLbl="fgAccFollowNode1" presStyleIdx="2" presStyleCnt="3">
        <dgm:presLayoutVars>
          <dgm:bulletEnabled val="1"/>
        </dgm:presLayoutVars>
      </dgm:prSet>
      <dgm:spPr/>
    </dgm:pt>
    <dgm:pt modelId="{F19B51CD-B9AB-449E-8DD9-A8A16DBC3921}" type="pres">
      <dgm:prSet presAssocID="{042D1D7A-8470-448E-9568-A7BA2B2248F6}" presName="FourNodes_1_text" presStyleLbl="node1" presStyleIdx="3" presStyleCnt="4">
        <dgm:presLayoutVars>
          <dgm:bulletEnabled val="1"/>
        </dgm:presLayoutVars>
      </dgm:prSet>
      <dgm:spPr/>
    </dgm:pt>
    <dgm:pt modelId="{7E61DCD5-BF40-436D-A629-16FF7BBCED89}" type="pres">
      <dgm:prSet presAssocID="{042D1D7A-8470-448E-9568-A7BA2B2248F6}" presName="FourNodes_2_text" presStyleLbl="node1" presStyleIdx="3" presStyleCnt="4">
        <dgm:presLayoutVars>
          <dgm:bulletEnabled val="1"/>
        </dgm:presLayoutVars>
      </dgm:prSet>
      <dgm:spPr/>
    </dgm:pt>
    <dgm:pt modelId="{5158564C-B6A8-42AF-964B-A8EA8D3B70D2}" type="pres">
      <dgm:prSet presAssocID="{042D1D7A-8470-448E-9568-A7BA2B2248F6}" presName="FourNodes_3_text" presStyleLbl="node1" presStyleIdx="3" presStyleCnt="4">
        <dgm:presLayoutVars>
          <dgm:bulletEnabled val="1"/>
        </dgm:presLayoutVars>
      </dgm:prSet>
      <dgm:spPr/>
    </dgm:pt>
    <dgm:pt modelId="{804D01DF-34E7-4FA8-BF2D-B02C92F6893B}" type="pres">
      <dgm:prSet presAssocID="{042D1D7A-8470-448E-9568-A7BA2B2248F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0EDE910-8B6C-46CD-BA8B-D441E1336DC8}" type="presOf" srcId="{D70D6D81-BB14-4766-8914-C16857624ACE}" destId="{2B684424-1BE3-4A13-AA18-9264012CC84F}" srcOrd="0" destOrd="0" presId="urn:microsoft.com/office/officeart/2005/8/layout/vProcess5"/>
    <dgm:cxn modelId="{402CDD1D-267D-4979-9663-02411F5DA34C}" type="presOf" srcId="{0BD7EB98-F2FC-4FBE-8882-9536CFE591DB}" destId="{804D01DF-34E7-4FA8-BF2D-B02C92F6893B}" srcOrd="1" destOrd="0" presId="urn:microsoft.com/office/officeart/2005/8/layout/vProcess5"/>
    <dgm:cxn modelId="{49FCB626-1182-4E39-A99C-78A714C18E86}" type="presOf" srcId="{0BD7EB98-F2FC-4FBE-8882-9536CFE591DB}" destId="{CF32BD4B-CA6B-4277-8289-BEC289B7DF95}" srcOrd="0" destOrd="0" presId="urn:microsoft.com/office/officeart/2005/8/layout/vProcess5"/>
    <dgm:cxn modelId="{A36C2433-C8A0-4963-B0A4-3BD2EB250255}" type="presOf" srcId="{66A129CB-0D60-49B6-9E3C-617D2DBA9092}" destId="{5F6A143D-A508-448E-9781-00F0E6B67B7C}" srcOrd="0" destOrd="0" presId="urn:microsoft.com/office/officeart/2005/8/layout/vProcess5"/>
    <dgm:cxn modelId="{55208033-19AD-4211-8DCC-355F0E26BBED}" srcId="{042D1D7A-8470-448E-9568-A7BA2B2248F6}" destId="{0BD7EB98-F2FC-4FBE-8882-9536CFE591DB}" srcOrd="3" destOrd="0" parTransId="{E11C6945-FE46-4781-83AD-0F10A7608577}" sibTransId="{DB44B7EA-00ED-4219-B76E-E67182B266C0}"/>
    <dgm:cxn modelId="{3EB07034-1B9B-44D2-9D86-C8A00256ECCA}" type="presOf" srcId="{D1619584-E168-4271-993B-67911EA51E43}" destId="{EA596333-A2D4-4DFE-939A-9FFC8B9D1EDD}" srcOrd="0" destOrd="0" presId="urn:microsoft.com/office/officeart/2005/8/layout/vProcess5"/>
    <dgm:cxn modelId="{A7896B5E-B38A-4540-BDEC-266E32CFEB5C}" type="presOf" srcId="{D1619584-E168-4271-993B-67911EA51E43}" destId="{7E61DCD5-BF40-436D-A629-16FF7BBCED89}" srcOrd="1" destOrd="0" presId="urn:microsoft.com/office/officeart/2005/8/layout/vProcess5"/>
    <dgm:cxn modelId="{D5112860-0AC3-475A-9005-5B01977C85FF}" type="presOf" srcId="{AEE68E3F-8BF8-4870-9971-AE1CB5692A6C}" destId="{42A86840-1A04-461B-8734-F0244B07CB37}" srcOrd="0" destOrd="0" presId="urn:microsoft.com/office/officeart/2005/8/layout/vProcess5"/>
    <dgm:cxn modelId="{E625709A-134A-4C3C-A30C-00610008A4DC}" type="presOf" srcId="{042D1D7A-8470-448E-9568-A7BA2B2248F6}" destId="{5B6A8025-7F84-4841-88D5-5C43542695A2}" srcOrd="0" destOrd="0" presId="urn:microsoft.com/office/officeart/2005/8/layout/vProcess5"/>
    <dgm:cxn modelId="{200B6ACB-70A0-4C89-8E39-20D9D3969F52}" type="presOf" srcId="{79FFB266-8FDD-47DD-B44F-110EF916C16C}" destId="{E8C7BFE3-F0B2-473F-931F-04B70B81AE30}" srcOrd="0" destOrd="0" presId="urn:microsoft.com/office/officeart/2005/8/layout/vProcess5"/>
    <dgm:cxn modelId="{5506A6CB-153C-4A76-8643-41B968179CC2}" type="presOf" srcId="{BD6DD6CC-DA5C-45A8-B83E-29011DA42456}" destId="{F19B51CD-B9AB-449E-8DD9-A8A16DBC3921}" srcOrd="1" destOrd="0" presId="urn:microsoft.com/office/officeart/2005/8/layout/vProcess5"/>
    <dgm:cxn modelId="{774585D5-E6B8-4C4F-B6F7-4408F6B06591}" type="presOf" srcId="{D70D6D81-BB14-4766-8914-C16857624ACE}" destId="{5158564C-B6A8-42AF-964B-A8EA8D3B70D2}" srcOrd="1" destOrd="0" presId="urn:microsoft.com/office/officeart/2005/8/layout/vProcess5"/>
    <dgm:cxn modelId="{5C9658DC-A4F9-4D77-9BBE-D1F3681964EC}" srcId="{042D1D7A-8470-448E-9568-A7BA2B2248F6}" destId="{BD6DD6CC-DA5C-45A8-B83E-29011DA42456}" srcOrd="0" destOrd="0" parTransId="{A0E14117-9C10-4C3A-9801-C499744CA697}" sibTransId="{AEE68E3F-8BF8-4870-9971-AE1CB5692A6C}"/>
    <dgm:cxn modelId="{235142E9-EBB6-4942-ADC8-EBAD1FFCE9F5}" srcId="{042D1D7A-8470-448E-9568-A7BA2B2248F6}" destId="{D70D6D81-BB14-4766-8914-C16857624ACE}" srcOrd="2" destOrd="0" parTransId="{46A3EFA0-DB83-4565-8EF1-EBAE225ABD6D}" sibTransId="{79FFB266-8FDD-47DD-B44F-110EF916C16C}"/>
    <dgm:cxn modelId="{168442F2-53DF-4587-B17C-2E496F6909B3}" type="presOf" srcId="{BD6DD6CC-DA5C-45A8-B83E-29011DA42456}" destId="{D7397220-E1F0-4F80-A4F9-EAC0C1E11429}" srcOrd="0" destOrd="0" presId="urn:microsoft.com/office/officeart/2005/8/layout/vProcess5"/>
    <dgm:cxn modelId="{27F91DFF-AEAE-42D4-B3D7-F695173B4961}" srcId="{042D1D7A-8470-448E-9568-A7BA2B2248F6}" destId="{D1619584-E168-4271-993B-67911EA51E43}" srcOrd="1" destOrd="0" parTransId="{8907C106-9BBD-4935-AB2C-9253DA12AEB7}" sibTransId="{66A129CB-0D60-49B6-9E3C-617D2DBA9092}"/>
    <dgm:cxn modelId="{43C0CE8C-E553-4DE6-AED4-BC754C3C3572}" type="presParOf" srcId="{5B6A8025-7F84-4841-88D5-5C43542695A2}" destId="{0AA2AAA8-4791-4615-9229-6024F20232C0}" srcOrd="0" destOrd="0" presId="urn:microsoft.com/office/officeart/2005/8/layout/vProcess5"/>
    <dgm:cxn modelId="{D53F399D-6C3C-48F4-BBB7-254FDD5A8F59}" type="presParOf" srcId="{5B6A8025-7F84-4841-88D5-5C43542695A2}" destId="{D7397220-E1F0-4F80-A4F9-EAC0C1E11429}" srcOrd="1" destOrd="0" presId="urn:microsoft.com/office/officeart/2005/8/layout/vProcess5"/>
    <dgm:cxn modelId="{4F213154-4455-4E66-9B6D-A8046BAF1E04}" type="presParOf" srcId="{5B6A8025-7F84-4841-88D5-5C43542695A2}" destId="{EA596333-A2D4-4DFE-939A-9FFC8B9D1EDD}" srcOrd="2" destOrd="0" presId="urn:microsoft.com/office/officeart/2005/8/layout/vProcess5"/>
    <dgm:cxn modelId="{EB3EDFE2-6360-4F64-A380-738DE4453AA4}" type="presParOf" srcId="{5B6A8025-7F84-4841-88D5-5C43542695A2}" destId="{2B684424-1BE3-4A13-AA18-9264012CC84F}" srcOrd="3" destOrd="0" presId="urn:microsoft.com/office/officeart/2005/8/layout/vProcess5"/>
    <dgm:cxn modelId="{E6C1025B-E263-4585-B22E-C3099194FF99}" type="presParOf" srcId="{5B6A8025-7F84-4841-88D5-5C43542695A2}" destId="{CF32BD4B-CA6B-4277-8289-BEC289B7DF95}" srcOrd="4" destOrd="0" presId="urn:microsoft.com/office/officeart/2005/8/layout/vProcess5"/>
    <dgm:cxn modelId="{9210BE62-BB14-4E5E-85F9-0F1F020BBDBA}" type="presParOf" srcId="{5B6A8025-7F84-4841-88D5-5C43542695A2}" destId="{42A86840-1A04-461B-8734-F0244B07CB37}" srcOrd="5" destOrd="0" presId="urn:microsoft.com/office/officeart/2005/8/layout/vProcess5"/>
    <dgm:cxn modelId="{FA6F7E81-916D-46A2-8B4C-6B820F1EECB0}" type="presParOf" srcId="{5B6A8025-7F84-4841-88D5-5C43542695A2}" destId="{5F6A143D-A508-448E-9781-00F0E6B67B7C}" srcOrd="6" destOrd="0" presId="urn:microsoft.com/office/officeart/2005/8/layout/vProcess5"/>
    <dgm:cxn modelId="{D5085DC0-3B26-431E-BB7E-0E1E2D12F16E}" type="presParOf" srcId="{5B6A8025-7F84-4841-88D5-5C43542695A2}" destId="{E8C7BFE3-F0B2-473F-931F-04B70B81AE30}" srcOrd="7" destOrd="0" presId="urn:microsoft.com/office/officeart/2005/8/layout/vProcess5"/>
    <dgm:cxn modelId="{F3B3CCBE-CDB5-4C4F-8AC6-DD2F9D25A1A1}" type="presParOf" srcId="{5B6A8025-7F84-4841-88D5-5C43542695A2}" destId="{F19B51CD-B9AB-449E-8DD9-A8A16DBC3921}" srcOrd="8" destOrd="0" presId="urn:microsoft.com/office/officeart/2005/8/layout/vProcess5"/>
    <dgm:cxn modelId="{A0DE3F15-8B69-4895-BA7E-C952BEB78C17}" type="presParOf" srcId="{5B6A8025-7F84-4841-88D5-5C43542695A2}" destId="{7E61DCD5-BF40-436D-A629-16FF7BBCED89}" srcOrd="9" destOrd="0" presId="urn:microsoft.com/office/officeart/2005/8/layout/vProcess5"/>
    <dgm:cxn modelId="{F485766D-3A8D-49DE-9947-7A1E299C9491}" type="presParOf" srcId="{5B6A8025-7F84-4841-88D5-5C43542695A2}" destId="{5158564C-B6A8-42AF-964B-A8EA8D3B70D2}" srcOrd="10" destOrd="0" presId="urn:microsoft.com/office/officeart/2005/8/layout/vProcess5"/>
    <dgm:cxn modelId="{D5E1B658-323A-4505-AB03-F3B61BA3090D}" type="presParOf" srcId="{5B6A8025-7F84-4841-88D5-5C43542695A2}" destId="{804D01DF-34E7-4FA8-BF2D-B02C92F6893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5CC63EE-4BDA-4F90-B6DB-04C863E361E5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2C7CE6F-BBFD-43A2-AD6A-461D9E4649B3}">
      <dgm:prSet/>
      <dgm:spPr/>
      <dgm:t>
        <a:bodyPr/>
        <a:lstStyle/>
        <a:p>
          <a:r>
            <a:rPr lang="en-US"/>
            <a:t>Flujo de registro y autenticación</a:t>
          </a:r>
        </a:p>
      </dgm:t>
    </dgm:pt>
    <dgm:pt modelId="{CC74F891-99EE-4D83-8310-A4288441F634}" type="parTrans" cxnId="{C0702CAA-993F-495F-B0E2-388021889CF2}">
      <dgm:prSet/>
      <dgm:spPr/>
      <dgm:t>
        <a:bodyPr/>
        <a:lstStyle/>
        <a:p>
          <a:endParaRPr lang="en-US"/>
        </a:p>
      </dgm:t>
    </dgm:pt>
    <dgm:pt modelId="{EC88AEDC-E102-4922-B748-9E11970880FD}" type="sibTrans" cxnId="{C0702CAA-993F-495F-B0E2-388021889CF2}">
      <dgm:prSet/>
      <dgm:spPr/>
      <dgm:t>
        <a:bodyPr/>
        <a:lstStyle/>
        <a:p>
          <a:endParaRPr lang="en-US"/>
        </a:p>
      </dgm:t>
    </dgm:pt>
    <dgm:pt modelId="{311F680B-B6FD-40D1-9698-7BC5FC98A8CE}">
      <dgm:prSet/>
      <dgm:spPr/>
      <dgm:t>
        <a:bodyPr/>
        <a:lstStyle/>
        <a:p>
          <a:r>
            <a:rPr lang="en-US"/>
            <a:t>Gestión de contraseñas: cifrado en repositorio seguro</a:t>
          </a:r>
        </a:p>
      </dgm:t>
    </dgm:pt>
    <dgm:pt modelId="{3C16B04D-F4B0-46BA-A695-F124B30E59B3}" type="parTrans" cxnId="{2ADC4AFE-67B3-4C13-BF58-E4FC53F39B4E}">
      <dgm:prSet/>
      <dgm:spPr/>
      <dgm:t>
        <a:bodyPr/>
        <a:lstStyle/>
        <a:p>
          <a:endParaRPr lang="en-US"/>
        </a:p>
      </dgm:t>
    </dgm:pt>
    <dgm:pt modelId="{5DC87783-E887-4CD7-94DF-41CEEB74F558}" type="sibTrans" cxnId="{2ADC4AFE-67B3-4C13-BF58-E4FC53F39B4E}">
      <dgm:prSet/>
      <dgm:spPr/>
      <dgm:t>
        <a:bodyPr/>
        <a:lstStyle/>
        <a:p>
          <a:endParaRPr lang="en-US"/>
        </a:p>
      </dgm:t>
    </dgm:pt>
    <dgm:pt modelId="{56CC6500-0DEE-4255-8F7D-5CB6F3DBD299}">
      <dgm:prSet/>
      <dgm:spPr/>
      <dgm:t>
        <a:bodyPr/>
        <a:lstStyle/>
        <a:p>
          <a:r>
            <a:rPr lang="en-US"/>
            <a:t>Almacenamiento de documentos: S3 + metadatos en RDS</a:t>
          </a:r>
        </a:p>
      </dgm:t>
    </dgm:pt>
    <dgm:pt modelId="{C6B0C977-7E25-4109-851E-DFDEB8DC6E9F}" type="parTrans" cxnId="{95FD5AA0-2135-4AFD-96B6-CB4300F35910}">
      <dgm:prSet/>
      <dgm:spPr/>
      <dgm:t>
        <a:bodyPr/>
        <a:lstStyle/>
        <a:p>
          <a:endParaRPr lang="en-US"/>
        </a:p>
      </dgm:t>
    </dgm:pt>
    <dgm:pt modelId="{D6103AC2-D2FC-4BAB-A56A-6580C7BD3FED}" type="sibTrans" cxnId="{95FD5AA0-2135-4AFD-96B6-CB4300F35910}">
      <dgm:prSet/>
      <dgm:spPr/>
      <dgm:t>
        <a:bodyPr/>
        <a:lstStyle/>
        <a:p>
          <a:endParaRPr lang="en-US"/>
        </a:p>
      </dgm:t>
    </dgm:pt>
    <dgm:pt modelId="{9AA6192D-9DAB-4F9E-AFF5-1DFDAE4BF6D4}">
      <dgm:prSet/>
      <dgm:spPr/>
      <dgm:t>
        <a:bodyPr/>
        <a:lstStyle/>
        <a:p>
          <a:r>
            <a:rPr lang="en-US"/>
            <a:t>Accesibilidad: traducción y lectura en voz alta</a:t>
          </a:r>
        </a:p>
      </dgm:t>
    </dgm:pt>
    <dgm:pt modelId="{0352E7FB-64A1-472B-B24C-72FB465D6DC2}" type="parTrans" cxnId="{5AA3B04C-FD4D-4EDA-B905-C1D79090A6BD}">
      <dgm:prSet/>
      <dgm:spPr/>
      <dgm:t>
        <a:bodyPr/>
        <a:lstStyle/>
        <a:p>
          <a:endParaRPr lang="en-US"/>
        </a:p>
      </dgm:t>
    </dgm:pt>
    <dgm:pt modelId="{379AB93F-ADE8-4C62-8769-026DBB0D9C8B}" type="sibTrans" cxnId="{5AA3B04C-FD4D-4EDA-B905-C1D79090A6BD}">
      <dgm:prSet/>
      <dgm:spPr/>
      <dgm:t>
        <a:bodyPr/>
        <a:lstStyle/>
        <a:p>
          <a:endParaRPr lang="en-US"/>
        </a:p>
      </dgm:t>
    </dgm:pt>
    <dgm:pt modelId="{41AFC10F-8D61-4011-B689-970BA2A1859D}" type="pres">
      <dgm:prSet presAssocID="{E5CC63EE-4BDA-4F90-B6DB-04C863E361E5}" presName="outerComposite" presStyleCnt="0">
        <dgm:presLayoutVars>
          <dgm:chMax val="5"/>
          <dgm:dir/>
          <dgm:resizeHandles val="exact"/>
        </dgm:presLayoutVars>
      </dgm:prSet>
      <dgm:spPr/>
    </dgm:pt>
    <dgm:pt modelId="{4AE440D4-1938-49F7-BEAA-C9E11C84FCFD}" type="pres">
      <dgm:prSet presAssocID="{E5CC63EE-4BDA-4F90-B6DB-04C863E361E5}" presName="dummyMaxCanvas" presStyleCnt="0">
        <dgm:presLayoutVars/>
      </dgm:prSet>
      <dgm:spPr/>
    </dgm:pt>
    <dgm:pt modelId="{0151B9F2-DE8A-4B24-AB19-A0F4E31E9D78}" type="pres">
      <dgm:prSet presAssocID="{E5CC63EE-4BDA-4F90-B6DB-04C863E361E5}" presName="FourNodes_1" presStyleLbl="node1" presStyleIdx="0" presStyleCnt="4">
        <dgm:presLayoutVars>
          <dgm:bulletEnabled val="1"/>
        </dgm:presLayoutVars>
      </dgm:prSet>
      <dgm:spPr/>
    </dgm:pt>
    <dgm:pt modelId="{7AD1AF9B-9166-4C99-ACFC-B7F1F69A32D5}" type="pres">
      <dgm:prSet presAssocID="{E5CC63EE-4BDA-4F90-B6DB-04C863E361E5}" presName="FourNodes_2" presStyleLbl="node1" presStyleIdx="1" presStyleCnt="4">
        <dgm:presLayoutVars>
          <dgm:bulletEnabled val="1"/>
        </dgm:presLayoutVars>
      </dgm:prSet>
      <dgm:spPr/>
    </dgm:pt>
    <dgm:pt modelId="{2F475A0A-B082-4703-BE03-AC83551B8282}" type="pres">
      <dgm:prSet presAssocID="{E5CC63EE-4BDA-4F90-B6DB-04C863E361E5}" presName="FourNodes_3" presStyleLbl="node1" presStyleIdx="2" presStyleCnt="4">
        <dgm:presLayoutVars>
          <dgm:bulletEnabled val="1"/>
        </dgm:presLayoutVars>
      </dgm:prSet>
      <dgm:spPr/>
    </dgm:pt>
    <dgm:pt modelId="{04F64342-E04F-4EAB-AFB2-6A779539C5D8}" type="pres">
      <dgm:prSet presAssocID="{E5CC63EE-4BDA-4F90-B6DB-04C863E361E5}" presName="FourNodes_4" presStyleLbl="node1" presStyleIdx="3" presStyleCnt="4">
        <dgm:presLayoutVars>
          <dgm:bulletEnabled val="1"/>
        </dgm:presLayoutVars>
      </dgm:prSet>
      <dgm:spPr/>
    </dgm:pt>
    <dgm:pt modelId="{49B73EC2-F526-437B-95E9-986E914679C9}" type="pres">
      <dgm:prSet presAssocID="{E5CC63EE-4BDA-4F90-B6DB-04C863E361E5}" presName="FourConn_1-2" presStyleLbl="fgAccFollowNode1" presStyleIdx="0" presStyleCnt="3">
        <dgm:presLayoutVars>
          <dgm:bulletEnabled val="1"/>
        </dgm:presLayoutVars>
      </dgm:prSet>
      <dgm:spPr/>
    </dgm:pt>
    <dgm:pt modelId="{FEAA2403-5311-4762-ADE2-8F7C8C573EE1}" type="pres">
      <dgm:prSet presAssocID="{E5CC63EE-4BDA-4F90-B6DB-04C863E361E5}" presName="FourConn_2-3" presStyleLbl="fgAccFollowNode1" presStyleIdx="1" presStyleCnt="3">
        <dgm:presLayoutVars>
          <dgm:bulletEnabled val="1"/>
        </dgm:presLayoutVars>
      </dgm:prSet>
      <dgm:spPr/>
    </dgm:pt>
    <dgm:pt modelId="{AE37F7B3-3B59-4E6D-8547-056A124B1452}" type="pres">
      <dgm:prSet presAssocID="{E5CC63EE-4BDA-4F90-B6DB-04C863E361E5}" presName="FourConn_3-4" presStyleLbl="fgAccFollowNode1" presStyleIdx="2" presStyleCnt="3">
        <dgm:presLayoutVars>
          <dgm:bulletEnabled val="1"/>
        </dgm:presLayoutVars>
      </dgm:prSet>
      <dgm:spPr/>
    </dgm:pt>
    <dgm:pt modelId="{D88C5837-104B-4276-B25E-7B64550CDD84}" type="pres">
      <dgm:prSet presAssocID="{E5CC63EE-4BDA-4F90-B6DB-04C863E361E5}" presName="FourNodes_1_text" presStyleLbl="node1" presStyleIdx="3" presStyleCnt="4">
        <dgm:presLayoutVars>
          <dgm:bulletEnabled val="1"/>
        </dgm:presLayoutVars>
      </dgm:prSet>
      <dgm:spPr/>
    </dgm:pt>
    <dgm:pt modelId="{7DA38CB0-2FEE-4AFD-B481-9A7D0F055534}" type="pres">
      <dgm:prSet presAssocID="{E5CC63EE-4BDA-4F90-B6DB-04C863E361E5}" presName="FourNodes_2_text" presStyleLbl="node1" presStyleIdx="3" presStyleCnt="4">
        <dgm:presLayoutVars>
          <dgm:bulletEnabled val="1"/>
        </dgm:presLayoutVars>
      </dgm:prSet>
      <dgm:spPr/>
    </dgm:pt>
    <dgm:pt modelId="{3F277976-76A0-4957-BDAE-BE9B0D02C84B}" type="pres">
      <dgm:prSet presAssocID="{E5CC63EE-4BDA-4F90-B6DB-04C863E361E5}" presName="FourNodes_3_text" presStyleLbl="node1" presStyleIdx="3" presStyleCnt="4">
        <dgm:presLayoutVars>
          <dgm:bulletEnabled val="1"/>
        </dgm:presLayoutVars>
      </dgm:prSet>
      <dgm:spPr/>
    </dgm:pt>
    <dgm:pt modelId="{BE7282BC-F319-4110-BEA0-5BC458BC3D86}" type="pres">
      <dgm:prSet presAssocID="{E5CC63EE-4BDA-4F90-B6DB-04C863E361E5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D76BC02D-B5D4-4825-9DA2-B9A8EF5FD482}" type="presOf" srcId="{9AA6192D-9DAB-4F9E-AFF5-1DFDAE4BF6D4}" destId="{04F64342-E04F-4EAB-AFB2-6A779539C5D8}" srcOrd="0" destOrd="0" presId="urn:microsoft.com/office/officeart/2005/8/layout/vProcess5"/>
    <dgm:cxn modelId="{24D96463-0DF8-4BAE-AE86-7EA6F094E3AF}" type="presOf" srcId="{5DC87783-E887-4CD7-94DF-41CEEB74F558}" destId="{FEAA2403-5311-4762-ADE2-8F7C8C573EE1}" srcOrd="0" destOrd="0" presId="urn:microsoft.com/office/officeart/2005/8/layout/vProcess5"/>
    <dgm:cxn modelId="{5AA3B04C-FD4D-4EDA-B905-C1D79090A6BD}" srcId="{E5CC63EE-4BDA-4F90-B6DB-04C863E361E5}" destId="{9AA6192D-9DAB-4F9E-AFF5-1DFDAE4BF6D4}" srcOrd="3" destOrd="0" parTransId="{0352E7FB-64A1-472B-B24C-72FB465D6DC2}" sibTransId="{379AB93F-ADE8-4C62-8769-026DBB0D9C8B}"/>
    <dgm:cxn modelId="{D2E8796E-B819-4B9E-92D9-F910A9B10FB3}" type="presOf" srcId="{EC88AEDC-E102-4922-B748-9E11970880FD}" destId="{49B73EC2-F526-437B-95E9-986E914679C9}" srcOrd="0" destOrd="0" presId="urn:microsoft.com/office/officeart/2005/8/layout/vProcess5"/>
    <dgm:cxn modelId="{0B73A970-DEDB-4906-B111-B0ADA4227FAD}" type="presOf" srcId="{56CC6500-0DEE-4255-8F7D-5CB6F3DBD299}" destId="{2F475A0A-B082-4703-BE03-AC83551B8282}" srcOrd="0" destOrd="0" presId="urn:microsoft.com/office/officeart/2005/8/layout/vProcess5"/>
    <dgm:cxn modelId="{2033D27E-CEE5-43C6-AEE3-4F83820448A5}" type="presOf" srcId="{A2C7CE6F-BBFD-43A2-AD6A-461D9E4649B3}" destId="{D88C5837-104B-4276-B25E-7B64550CDD84}" srcOrd="1" destOrd="0" presId="urn:microsoft.com/office/officeart/2005/8/layout/vProcess5"/>
    <dgm:cxn modelId="{1749FA7E-D5E1-4267-98C5-21A15A3B55B4}" type="presOf" srcId="{9AA6192D-9DAB-4F9E-AFF5-1DFDAE4BF6D4}" destId="{BE7282BC-F319-4110-BEA0-5BC458BC3D86}" srcOrd="1" destOrd="0" presId="urn:microsoft.com/office/officeart/2005/8/layout/vProcess5"/>
    <dgm:cxn modelId="{95FD5AA0-2135-4AFD-96B6-CB4300F35910}" srcId="{E5CC63EE-4BDA-4F90-B6DB-04C863E361E5}" destId="{56CC6500-0DEE-4255-8F7D-5CB6F3DBD299}" srcOrd="2" destOrd="0" parTransId="{C6B0C977-7E25-4109-851E-DFDEB8DC6E9F}" sibTransId="{D6103AC2-D2FC-4BAB-A56A-6580C7BD3FED}"/>
    <dgm:cxn modelId="{C0702CAA-993F-495F-B0E2-388021889CF2}" srcId="{E5CC63EE-4BDA-4F90-B6DB-04C863E361E5}" destId="{A2C7CE6F-BBFD-43A2-AD6A-461D9E4649B3}" srcOrd="0" destOrd="0" parTransId="{CC74F891-99EE-4D83-8310-A4288441F634}" sibTransId="{EC88AEDC-E102-4922-B748-9E11970880FD}"/>
    <dgm:cxn modelId="{10B912C4-C198-422B-A177-51CC3C80752D}" type="presOf" srcId="{A2C7CE6F-BBFD-43A2-AD6A-461D9E4649B3}" destId="{0151B9F2-DE8A-4B24-AB19-A0F4E31E9D78}" srcOrd="0" destOrd="0" presId="urn:microsoft.com/office/officeart/2005/8/layout/vProcess5"/>
    <dgm:cxn modelId="{A44C18CD-C47E-4978-8EA1-BEC56505C685}" type="presOf" srcId="{311F680B-B6FD-40D1-9698-7BC5FC98A8CE}" destId="{7DA38CB0-2FEE-4AFD-B481-9A7D0F055534}" srcOrd="1" destOrd="0" presId="urn:microsoft.com/office/officeart/2005/8/layout/vProcess5"/>
    <dgm:cxn modelId="{CE2CF3E1-AC17-4531-8DC2-2373B15063C6}" type="presOf" srcId="{56CC6500-0DEE-4255-8F7D-5CB6F3DBD299}" destId="{3F277976-76A0-4957-BDAE-BE9B0D02C84B}" srcOrd="1" destOrd="0" presId="urn:microsoft.com/office/officeart/2005/8/layout/vProcess5"/>
    <dgm:cxn modelId="{60490BE4-CF91-4757-B075-D1C08209D043}" type="presOf" srcId="{D6103AC2-D2FC-4BAB-A56A-6580C7BD3FED}" destId="{AE37F7B3-3B59-4E6D-8547-056A124B1452}" srcOrd="0" destOrd="0" presId="urn:microsoft.com/office/officeart/2005/8/layout/vProcess5"/>
    <dgm:cxn modelId="{AF5D6DE5-67D6-400C-A27D-FD90D7D4AF70}" type="presOf" srcId="{311F680B-B6FD-40D1-9698-7BC5FC98A8CE}" destId="{7AD1AF9B-9166-4C99-ACFC-B7F1F69A32D5}" srcOrd="0" destOrd="0" presId="urn:microsoft.com/office/officeart/2005/8/layout/vProcess5"/>
    <dgm:cxn modelId="{93277CEF-4039-417B-BDB5-393FD8A53FAB}" type="presOf" srcId="{E5CC63EE-4BDA-4F90-B6DB-04C863E361E5}" destId="{41AFC10F-8D61-4011-B689-970BA2A1859D}" srcOrd="0" destOrd="0" presId="urn:microsoft.com/office/officeart/2005/8/layout/vProcess5"/>
    <dgm:cxn modelId="{2ADC4AFE-67B3-4C13-BF58-E4FC53F39B4E}" srcId="{E5CC63EE-4BDA-4F90-B6DB-04C863E361E5}" destId="{311F680B-B6FD-40D1-9698-7BC5FC98A8CE}" srcOrd="1" destOrd="0" parTransId="{3C16B04D-F4B0-46BA-A695-F124B30E59B3}" sibTransId="{5DC87783-E887-4CD7-94DF-41CEEB74F558}"/>
    <dgm:cxn modelId="{819B75E9-B971-43C0-B836-ED1F0E3D79AC}" type="presParOf" srcId="{41AFC10F-8D61-4011-B689-970BA2A1859D}" destId="{4AE440D4-1938-49F7-BEAA-C9E11C84FCFD}" srcOrd="0" destOrd="0" presId="urn:microsoft.com/office/officeart/2005/8/layout/vProcess5"/>
    <dgm:cxn modelId="{DF14FE03-1418-4471-8025-1DE79F30943B}" type="presParOf" srcId="{41AFC10F-8D61-4011-B689-970BA2A1859D}" destId="{0151B9F2-DE8A-4B24-AB19-A0F4E31E9D78}" srcOrd="1" destOrd="0" presId="urn:microsoft.com/office/officeart/2005/8/layout/vProcess5"/>
    <dgm:cxn modelId="{E49749B6-4AAE-4BEA-9B84-D49166F26292}" type="presParOf" srcId="{41AFC10F-8D61-4011-B689-970BA2A1859D}" destId="{7AD1AF9B-9166-4C99-ACFC-B7F1F69A32D5}" srcOrd="2" destOrd="0" presId="urn:microsoft.com/office/officeart/2005/8/layout/vProcess5"/>
    <dgm:cxn modelId="{B4A0AE1E-8027-4A01-9F5A-7E189D11B146}" type="presParOf" srcId="{41AFC10F-8D61-4011-B689-970BA2A1859D}" destId="{2F475A0A-B082-4703-BE03-AC83551B8282}" srcOrd="3" destOrd="0" presId="urn:microsoft.com/office/officeart/2005/8/layout/vProcess5"/>
    <dgm:cxn modelId="{231FA468-BDE8-4B0E-8AA8-FB6E02C29D00}" type="presParOf" srcId="{41AFC10F-8D61-4011-B689-970BA2A1859D}" destId="{04F64342-E04F-4EAB-AFB2-6A779539C5D8}" srcOrd="4" destOrd="0" presId="urn:microsoft.com/office/officeart/2005/8/layout/vProcess5"/>
    <dgm:cxn modelId="{FD32D4C9-F881-45F1-AD0B-9DBFD4681FF5}" type="presParOf" srcId="{41AFC10F-8D61-4011-B689-970BA2A1859D}" destId="{49B73EC2-F526-437B-95E9-986E914679C9}" srcOrd="5" destOrd="0" presId="urn:microsoft.com/office/officeart/2005/8/layout/vProcess5"/>
    <dgm:cxn modelId="{5BD96716-BC57-4215-A3D0-5DD1A576C5D3}" type="presParOf" srcId="{41AFC10F-8D61-4011-B689-970BA2A1859D}" destId="{FEAA2403-5311-4762-ADE2-8F7C8C573EE1}" srcOrd="6" destOrd="0" presId="urn:microsoft.com/office/officeart/2005/8/layout/vProcess5"/>
    <dgm:cxn modelId="{773D03CB-4A0B-4420-A0D4-99982CC26081}" type="presParOf" srcId="{41AFC10F-8D61-4011-B689-970BA2A1859D}" destId="{AE37F7B3-3B59-4E6D-8547-056A124B1452}" srcOrd="7" destOrd="0" presId="urn:microsoft.com/office/officeart/2005/8/layout/vProcess5"/>
    <dgm:cxn modelId="{852B1973-315C-46FB-A8A5-AC4F5E1F238F}" type="presParOf" srcId="{41AFC10F-8D61-4011-B689-970BA2A1859D}" destId="{D88C5837-104B-4276-B25E-7B64550CDD84}" srcOrd="8" destOrd="0" presId="urn:microsoft.com/office/officeart/2005/8/layout/vProcess5"/>
    <dgm:cxn modelId="{41DA64B5-26B4-47B9-A1D3-D2F8FD923E5A}" type="presParOf" srcId="{41AFC10F-8D61-4011-B689-970BA2A1859D}" destId="{7DA38CB0-2FEE-4AFD-B481-9A7D0F055534}" srcOrd="9" destOrd="0" presId="urn:microsoft.com/office/officeart/2005/8/layout/vProcess5"/>
    <dgm:cxn modelId="{D85BAC07-F678-427A-8813-DEA5CA5058B8}" type="presParOf" srcId="{41AFC10F-8D61-4011-B689-970BA2A1859D}" destId="{3F277976-76A0-4957-BDAE-BE9B0D02C84B}" srcOrd="10" destOrd="0" presId="urn:microsoft.com/office/officeart/2005/8/layout/vProcess5"/>
    <dgm:cxn modelId="{77C6837C-35E1-436D-AC12-358D857B09DB}" type="presParOf" srcId="{41AFC10F-8D61-4011-B689-970BA2A1859D}" destId="{BE7282BC-F319-4110-BEA0-5BC458BC3D86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6EAFACA-0124-4409-8356-948EE34D1AE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17FE681-5D15-4E45-8827-9707E96C7A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Lambda: </a:t>
          </a:r>
          <a:r>
            <a:rPr lang="en-US" dirty="0" err="1"/>
            <a:t>Ejecución</a:t>
          </a:r>
          <a:r>
            <a:rPr lang="en-US" dirty="0"/>
            <a:t> de </a:t>
          </a:r>
          <a:r>
            <a:rPr lang="en-US" dirty="0" err="1"/>
            <a:t>código</a:t>
          </a:r>
          <a:r>
            <a:rPr lang="en-US" dirty="0"/>
            <a:t> serverless. Uso para CRUD y </a:t>
          </a:r>
          <a:r>
            <a:rPr lang="en-US" dirty="0" err="1"/>
            <a:t>llamadas</a:t>
          </a:r>
          <a:r>
            <a:rPr lang="en-US" dirty="0"/>
            <a:t> a </a:t>
          </a:r>
          <a:r>
            <a:rPr lang="en-US" dirty="0" err="1"/>
            <a:t>servicios</a:t>
          </a:r>
          <a:r>
            <a:rPr lang="en-US" dirty="0"/>
            <a:t>. </a:t>
          </a:r>
          <a:r>
            <a:rPr lang="en-US" dirty="0" err="1"/>
            <a:t>Modelo</a:t>
          </a:r>
          <a:r>
            <a:rPr lang="en-US" dirty="0"/>
            <a:t>: $0.20 </a:t>
          </a:r>
          <a:r>
            <a:rPr lang="en-US" dirty="0" err="1"/>
            <a:t>por</a:t>
          </a:r>
          <a:r>
            <a:rPr lang="en-US" dirty="0"/>
            <a:t> 1 M solicitudes + $0.00001667 </a:t>
          </a:r>
          <a:r>
            <a:rPr lang="en-US" dirty="0" err="1"/>
            <a:t>por</a:t>
          </a:r>
          <a:r>
            <a:rPr lang="en-US" dirty="0"/>
            <a:t> GB‑</a:t>
          </a:r>
          <a:r>
            <a:rPr lang="en-US" dirty="0" err="1"/>
            <a:t>segundo</a:t>
          </a:r>
          <a:r>
            <a:rPr lang="en-US" dirty="0"/>
            <a:t>.</a:t>
          </a:r>
        </a:p>
      </dgm:t>
    </dgm:pt>
    <dgm:pt modelId="{11451358-45D3-411A-B660-44F62379D7A3}" type="parTrans" cxnId="{A5C2946E-D17F-4AF4-82CD-0D1C61B3062B}">
      <dgm:prSet/>
      <dgm:spPr/>
      <dgm:t>
        <a:bodyPr/>
        <a:lstStyle/>
        <a:p>
          <a:endParaRPr lang="en-US"/>
        </a:p>
      </dgm:t>
    </dgm:pt>
    <dgm:pt modelId="{44FDEB74-90AE-475A-9C6B-D823B9E1F01E}" type="sibTrans" cxnId="{A5C2946E-D17F-4AF4-82CD-0D1C61B3062B}">
      <dgm:prSet/>
      <dgm:spPr/>
      <dgm:t>
        <a:bodyPr/>
        <a:lstStyle/>
        <a:p>
          <a:endParaRPr lang="en-US"/>
        </a:p>
      </dgm:t>
    </dgm:pt>
    <dgm:pt modelId="{FD5A556F-E3FA-45D4-A9BB-4FD547A1C1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API Gateway: Gestión de APIs REST. Modelo: $3.50 por millón de peticiones.</a:t>
          </a:r>
          <a:endParaRPr lang="en-US" dirty="0"/>
        </a:p>
      </dgm:t>
    </dgm:pt>
    <dgm:pt modelId="{C82F2D45-A6FD-4BDB-B60E-967B6E2E727C}" type="parTrans" cxnId="{FC58F8A7-EB39-41EA-A10C-DE186A000E31}">
      <dgm:prSet/>
      <dgm:spPr/>
      <dgm:t>
        <a:bodyPr/>
        <a:lstStyle/>
        <a:p>
          <a:endParaRPr lang="en-US"/>
        </a:p>
      </dgm:t>
    </dgm:pt>
    <dgm:pt modelId="{608BDD76-35F6-4015-8487-9900FB119036}" type="sibTrans" cxnId="{FC58F8A7-EB39-41EA-A10C-DE186A000E31}">
      <dgm:prSet/>
      <dgm:spPr/>
      <dgm:t>
        <a:bodyPr/>
        <a:lstStyle/>
        <a:p>
          <a:endParaRPr lang="en-US"/>
        </a:p>
      </dgm:t>
    </dgm:pt>
    <dgm:pt modelId="{57F82725-4AE6-45E1-B4C3-C704BBC893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Docker: Contenerización y pruebas locales.</a:t>
          </a:r>
        </a:p>
      </dgm:t>
    </dgm:pt>
    <dgm:pt modelId="{EC5E8B51-6281-4BF5-AA82-6601AE81AEFC}" type="parTrans" cxnId="{2780FAC6-57FF-4B63-B761-C776FEDF4CA4}">
      <dgm:prSet/>
      <dgm:spPr/>
      <dgm:t>
        <a:bodyPr/>
        <a:lstStyle/>
        <a:p>
          <a:endParaRPr lang="en-US"/>
        </a:p>
      </dgm:t>
    </dgm:pt>
    <dgm:pt modelId="{FB2C0CD7-5A6F-49D7-9BB7-67F9F6723948}" type="sibTrans" cxnId="{2780FAC6-57FF-4B63-B761-C776FEDF4CA4}">
      <dgm:prSet/>
      <dgm:spPr/>
      <dgm:t>
        <a:bodyPr/>
        <a:lstStyle/>
        <a:p>
          <a:endParaRPr lang="en-US"/>
        </a:p>
      </dgm:t>
    </dgm:pt>
    <dgm:pt modelId="{77AC8825-7B73-4E88-A225-CD1E2D1C656B}" type="pres">
      <dgm:prSet presAssocID="{F6EAFACA-0124-4409-8356-948EE34D1AEE}" presName="root" presStyleCnt="0">
        <dgm:presLayoutVars>
          <dgm:dir/>
          <dgm:resizeHandles val="exact"/>
        </dgm:presLayoutVars>
      </dgm:prSet>
      <dgm:spPr/>
    </dgm:pt>
    <dgm:pt modelId="{8C4DDF26-760C-4632-A9C9-C62E0487518E}" type="pres">
      <dgm:prSet presAssocID="{617FE681-5D15-4E45-8827-9707E96C7A09}" presName="compNode" presStyleCnt="0"/>
      <dgm:spPr/>
    </dgm:pt>
    <dgm:pt modelId="{93800288-16F6-4495-BBB5-1FE39820A47A}" type="pres">
      <dgm:prSet presAssocID="{617FE681-5D15-4E45-8827-9707E96C7A0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7BFF7DB7-D006-49A1-9C66-9D74D6DCA780}" type="pres">
      <dgm:prSet presAssocID="{617FE681-5D15-4E45-8827-9707E96C7A09}" presName="spaceRect" presStyleCnt="0"/>
      <dgm:spPr/>
    </dgm:pt>
    <dgm:pt modelId="{E4DF7630-DED9-4737-91B0-BD9759CAB49F}" type="pres">
      <dgm:prSet presAssocID="{617FE681-5D15-4E45-8827-9707E96C7A09}" presName="textRect" presStyleLbl="revTx" presStyleIdx="0" presStyleCnt="3">
        <dgm:presLayoutVars>
          <dgm:chMax val="1"/>
          <dgm:chPref val="1"/>
        </dgm:presLayoutVars>
      </dgm:prSet>
      <dgm:spPr/>
    </dgm:pt>
    <dgm:pt modelId="{12BF9161-903F-41F1-BF9B-A5C47AC15DF0}" type="pres">
      <dgm:prSet presAssocID="{44FDEB74-90AE-475A-9C6B-D823B9E1F01E}" presName="sibTrans" presStyleCnt="0"/>
      <dgm:spPr/>
    </dgm:pt>
    <dgm:pt modelId="{69214833-06D9-4C29-8435-5D129B40CED9}" type="pres">
      <dgm:prSet presAssocID="{FD5A556F-E3FA-45D4-A9BB-4FD547A1C125}" presName="compNode" presStyleCnt="0"/>
      <dgm:spPr/>
    </dgm:pt>
    <dgm:pt modelId="{575FEBA7-1CE0-4C80-A624-B728A47395CB}" type="pres">
      <dgm:prSet presAssocID="{FD5A556F-E3FA-45D4-A9BB-4FD547A1C12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59CA0DBB-288A-45BB-9A2F-8E5A26850BE0}" type="pres">
      <dgm:prSet presAssocID="{FD5A556F-E3FA-45D4-A9BB-4FD547A1C125}" presName="spaceRect" presStyleCnt="0"/>
      <dgm:spPr/>
    </dgm:pt>
    <dgm:pt modelId="{7F8E57E5-FABD-418D-A26A-314C61A5C3D3}" type="pres">
      <dgm:prSet presAssocID="{FD5A556F-E3FA-45D4-A9BB-4FD547A1C125}" presName="textRect" presStyleLbl="revTx" presStyleIdx="1" presStyleCnt="3">
        <dgm:presLayoutVars>
          <dgm:chMax val="1"/>
          <dgm:chPref val="1"/>
        </dgm:presLayoutVars>
      </dgm:prSet>
      <dgm:spPr/>
    </dgm:pt>
    <dgm:pt modelId="{DD08A87F-41D5-4CC8-ABA1-5F49580D8491}" type="pres">
      <dgm:prSet presAssocID="{608BDD76-35F6-4015-8487-9900FB119036}" presName="sibTrans" presStyleCnt="0"/>
      <dgm:spPr/>
    </dgm:pt>
    <dgm:pt modelId="{51EF374B-BF70-4EF6-A41F-BF1A70327283}" type="pres">
      <dgm:prSet presAssocID="{57F82725-4AE6-45E1-B4C3-C704BBC893CC}" presName="compNode" presStyleCnt="0"/>
      <dgm:spPr/>
    </dgm:pt>
    <dgm:pt modelId="{1121ACB3-12D6-4656-B7D1-477E7EC95D64}" type="pres">
      <dgm:prSet presAssocID="{57F82725-4AE6-45E1-B4C3-C704BBC893C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io"/>
        </a:ext>
      </dgm:extLst>
    </dgm:pt>
    <dgm:pt modelId="{B9C6848B-ED16-486A-8E80-5DD5BE921738}" type="pres">
      <dgm:prSet presAssocID="{57F82725-4AE6-45E1-B4C3-C704BBC893CC}" presName="spaceRect" presStyleCnt="0"/>
      <dgm:spPr/>
    </dgm:pt>
    <dgm:pt modelId="{EB4B13E5-DAE0-4127-A5D2-9C28B3A234E5}" type="pres">
      <dgm:prSet presAssocID="{57F82725-4AE6-45E1-B4C3-C704BBC893C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E657C61-18F7-4903-B347-4824BEF98BB9}" type="presOf" srcId="{57F82725-4AE6-45E1-B4C3-C704BBC893CC}" destId="{EB4B13E5-DAE0-4127-A5D2-9C28B3A234E5}" srcOrd="0" destOrd="0" presId="urn:microsoft.com/office/officeart/2018/2/layout/IconLabelList"/>
    <dgm:cxn modelId="{F3FCC144-5AA3-4407-A5C9-1680A72A475A}" type="presOf" srcId="{FD5A556F-E3FA-45D4-A9BB-4FD547A1C125}" destId="{7F8E57E5-FABD-418D-A26A-314C61A5C3D3}" srcOrd="0" destOrd="0" presId="urn:microsoft.com/office/officeart/2018/2/layout/IconLabelList"/>
    <dgm:cxn modelId="{A5C2946E-D17F-4AF4-82CD-0D1C61B3062B}" srcId="{F6EAFACA-0124-4409-8356-948EE34D1AEE}" destId="{617FE681-5D15-4E45-8827-9707E96C7A09}" srcOrd="0" destOrd="0" parTransId="{11451358-45D3-411A-B660-44F62379D7A3}" sibTransId="{44FDEB74-90AE-475A-9C6B-D823B9E1F01E}"/>
    <dgm:cxn modelId="{916BDD81-4803-4D04-8CA7-6B13CFC3B1FA}" type="presOf" srcId="{F6EAFACA-0124-4409-8356-948EE34D1AEE}" destId="{77AC8825-7B73-4E88-A225-CD1E2D1C656B}" srcOrd="0" destOrd="0" presId="urn:microsoft.com/office/officeart/2018/2/layout/IconLabelList"/>
    <dgm:cxn modelId="{FC58F8A7-EB39-41EA-A10C-DE186A000E31}" srcId="{F6EAFACA-0124-4409-8356-948EE34D1AEE}" destId="{FD5A556F-E3FA-45D4-A9BB-4FD547A1C125}" srcOrd="1" destOrd="0" parTransId="{C82F2D45-A6FD-4BDB-B60E-967B6E2E727C}" sibTransId="{608BDD76-35F6-4015-8487-9900FB119036}"/>
    <dgm:cxn modelId="{2780FAC6-57FF-4B63-B761-C776FEDF4CA4}" srcId="{F6EAFACA-0124-4409-8356-948EE34D1AEE}" destId="{57F82725-4AE6-45E1-B4C3-C704BBC893CC}" srcOrd="2" destOrd="0" parTransId="{EC5E8B51-6281-4BF5-AA82-6601AE81AEFC}" sibTransId="{FB2C0CD7-5A6F-49D7-9BB7-67F9F6723948}"/>
    <dgm:cxn modelId="{8A924DF5-59CF-43DE-A884-DEF1F625CCBE}" type="presOf" srcId="{617FE681-5D15-4E45-8827-9707E96C7A09}" destId="{E4DF7630-DED9-4737-91B0-BD9759CAB49F}" srcOrd="0" destOrd="0" presId="urn:microsoft.com/office/officeart/2018/2/layout/IconLabelList"/>
    <dgm:cxn modelId="{B56A093D-1E63-44EB-A6C5-4A02D7CCEB52}" type="presParOf" srcId="{77AC8825-7B73-4E88-A225-CD1E2D1C656B}" destId="{8C4DDF26-760C-4632-A9C9-C62E0487518E}" srcOrd="0" destOrd="0" presId="urn:microsoft.com/office/officeart/2018/2/layout/IconLabelList"/>
    <dgm:cxn modelId="{79EDB0D1-3989-48B9-BD73-A4E35941B4CC}" type="presParOf" srcId="{8C4DDF26-760C-4632-A9C9-C62E0487518E}" destId="{93800288-16F6-4495-BBB5-1FE39820A47A}" srcOrd="0" destOrd="0" presId="urn:microsoft.com/office/officeart/2018/2/layout/IconLabelList"/>
    <dgm:cxn modelId="{62DB8B93-B5E8-456C-9775-D45CEBCFD0A1}" type="presParOf" srcId="{8C4DDF26-760C-4632-A9C9-C62E0487518E}" destId="{7BFF7DB7-D006-49A1-9C66-9D74D6DCA780}" srcOrd="1" destOrd="0" presId="urn:microsoft.com/office/officeart/2018/2/layout/IconLabelList"/>
    <dgm:cxn modelId="{B6D6A0DC-1766-4E10-AFC7-049BE6F70FE5}" type="presParOf" srcId="{8C4DDF26-760C-4632-A9C9-C62E0487518E}" destId="{E4DF7630-DED9-4737-91B0-BD9759CAB49F}" srcOrd="2" destOrd="0" presId="urn:microsoft.com/office/officeart/2018/2/layout/IconLabelList"/>
    <dgm:cxn modelId="{071AFA37-E9C9-4953-9A7C-095C49E2CF5D}" type="presParOf" srcId="{77AC8825-7B73-4E88-A225-CD1E2D1C656B}" destId="{12BF9161-903F-41F1-BF9B-A5C47AC15DF0}" srcOrd="1" destOrd="0" presId="urn:microsoft.com/office/officeart/2018/2/layout/IconLabelList"/>
    <dgm:cxn modelId="{ACF1198F-3AF8-4DA3-9CA2-33F96740C7C1}" type="presParOf" srcId="{77AC8825-7B73-4E88-A225-CD1E2D1C656B}" destId="{69214833-06D9-4C29-8435-5D129B40CED9}" srcOrd="2" destOrd="0" presId="urn:microsoft.com/office/officeart/2018/2/layout/IconLabelList"/>
    <dgm:cxn modelId="{966A2C44-A16A-47B1-A0CA-F231936CE718}" type="presParOf" srcId="{69214833-06D9-4C29-8435-5D129B40CED9}" destId="{575FEBA7-1CE0-4C80-A624-B728A47395CB}" srcOrd="0" destOrd="0" presId="urn:microsoft.com/office/officeart/2018/2/layout/IconLabelList"/>
    <dgm:cxn modelId="{BE44989E-C0AD-47F9-94C9-B362F156795D}" type="presParOf" srcId="{69214833-06D9-4C29-8435-5D129B40CED9}" destId="{59CA0DBB-288A-45BB-9A2F-8E5A26850BE0}" srcOrd="1" destOrd="0" presId="urn:microsoft.com/office/officeart/2018/2/layout/IconLabelList"/>
    <dgm:cxn modelId="{AC95B8BB-F30D-4C3D-A935-9443E55C445B}" type="presParOf" srcId="{69214833-06D9-4C29-8435-5D129B40CED9}" destId="{7F8E57E5-FABD-418D-A26A-314C61A5C3D3}" srcOrd="2" destOrd="0" presId="urn:microsoft.com/office/officeart/2018/2/layout/IconLabelList"/>
    <dgm:cxn modelId="{AFA551D1-BCDF-4029-B15D-B82887A141CF}" type="presParOf" srcId="{77AC8825-7B73-4E88-A225-CD1E2D1C656B}" destId="{DD08A87F-41D5-4CC8-ABA1-5F49580D8491}" srcOrd="3" destOrd="0" presId="urn:microsoft.com/office/officeart/2018/2/layout/IconLabelList"/>
    <dgm:cxn modelId="{7BB5A07D-F853-4695-A1E4-F323D16C2A8F}" type="presParOf" srcId="{77AC8825-7B73-4E88-A225-CD1E2D1C656B}" destId="{51EF374B-BF70-4EF6-A41F-BF1A70327283}" srcOrd="4" destOrd="0" presId="urn:microsoft.com/office/officeart/2018/2/layout/IconLabelList"/>
    <dgm:cxn modelId="{D0ECD738-E1E5-49CD-B1B6-6F7D2EAD1874}" type="presParOf" srcId="{51EF374B-BF70-4EF6-A41F-BF1A70327283}" destId="{1121ACB3-12D6-4656-B7D1-477E7EC95D64}" srcOrd="0" destOrd="0" presId="urn:microsoft.com/office/officeart/2018/2/layout/IconLabelList"/>
    <dgm:cxn modelId="{F817E440-A3FF-49CB-ABDD-F754681A5F67}" type="presParOf" srcId="{51EF374B-BF70-4EF6-A41F-BF1A70327283}" destId="{B9C6848B-ED16-486A-8E80-5DD5BE921738}" srcOrd="1" destOrd="0" presId="urn:microsoft.com/office/officeart/2018/2/layout/IconLabelList"/>
    <dgm:cxn modelId="{7D3A2D11-B76E-4286-AB69-10A2C775FA18}" type="presParOf" srcId="{51EF374B-BF70-4EF6-A41F-BF1A70327283}" destId="{EB4B13E5-DAE0-4127-A5D2-9C28B3A234E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FFA4E7C-BF59-4762-81D2-8F75ECE5DB3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8DD109F-2E22-41EB-9F88-27F19F301A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EC2: Máquinas virtuales en la nube para endpoints.</a:t>
          </a:r>
        </a:p>
      </dgm:t>
    </dgm:pt>
    <dgm:pt modelId="{518EDA1D-A6D1-4028-8B22-63ECAF41B70A}" type="parTrans" cxnId="{AB23B7D0-384E-46A3-A320-E0D6800679FA}">
      <dgm:prSet/>
      <dgm:spPr/>
      <dgm:t>
        <a:bodyPr/>
        <a:lstStyle/>
        <a:p>
          <a:endParaRPr lang="en-US"/>
        </a:p>
      </dgm:t>
    </dgm:pt>
    <dgm:pt modelId="{E1688DB8-2D87-41F6-8BC2-57E3D1AA19F7}" type="sibTrans" cxnId="{AB23B7D0-384E-46A3-A320-E0D6800679F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B7574A6-FB35-4943-B339-7636EC4FE4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ELB: Balanceo de tráfico y escalabilidad.</a:t>
          </a:r>
        </a:p>
      </dgm:t>
    </dgm:pt>
    <dgm:pt modelId="{02FF59EB-32EE-476E-A054-56B9026D9B71}" type="parTrans" cxnId="{DE45A69F-97D3-4054-9757-52B09433B972}">
      <dgm:prSet/>
      <dgm:spPr/>
      <dgm:t>
        <a:bodyPr/>
        <a:lstStyle/>
        <a:p>
          <a:endParaRPr lang="en-US"/>
        </a:p>
      </dgm:t>
    </dgm:pt>
    <dgm:pt modelId="{FEED1B96-EE61-4078-BF76-196EB80E634E}" type="sibTrans" cxnId="{DE45A69F-97D3-4054-9757-52B09433B97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61B7D89-6128-461B-B719-E88C642F97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RDS: Base de datos relacional MySQL/Aurora.</a:t>
          </a:r>
        </a:p>
      </dgm:t>
    </dgm:pt>
    <dgm:pt modelId="{F11DF9CE-6C1F-4824-990C-FFA48EC12997}" type="parTrans" cxnId="{901D307C-7F75-45DA-8571-C358630D4872}">
      <dgm:prSet/>
      <dgm:spPr/>
      <dgm:t>
        <a:bodyPr/>
        <a:lstStyle/>
        <a:p>
          <a:endParaRPr lang="en-US"/>
        </a:p>
      </dgm:t>
    </dgm:pt>
    <dgm:pt modelId="{0B8A48E4-889F-41DE-A45D-A67EB48E9278}" type="sibTrans" cxnId="{901D307C-7F75-45DA-8571-C358630D487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294544F-C65F-49CD-B68C-FA80D3B5BE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S3: Almacenamiento de objetos estático y dinámica.</a:t>
          </a:r>
        </a:p>
      </dgm:t>
    </dgm:pt>
    <dgm:pt modelId="{5DC40CDC-5F3F-40BA-ACA9-D38674FDCA62}" type="parTrans" cxnId="{2F919350-49F7-4010-B642-25DC6014A3C8}">
      <dgm:prSet/>
      <dgm:spPr/>
      <dgm:t>
        <a:bodyPr/>
        <a:lstStyle/>
        <a:p>
          <a:endParaRPr lang="en-US"/>
        </a:p>
      </dgm:t>
    </dgm:pt>
    <dgm:pt modelId="{DF8CAC52-E87A-46CE-AD81-E4C5980DDED6}" type="sibTrans" cxnId="{2F919350-49F7-4010-B642-25DC6014A3C8}">
      <dgm:prSet/>
      <dgm:spPr/>
      <dgm:t>
        <a:bodyPr/>
        <a:lstStyle/>
        <a:p>
          <a:endParaRPr lang="en-US"/>
        </a:p>
      </dgm:t>
    </dgm:pt>
    <dgm:pt modelId="{C27C4F35-11C4-49FC-ACA7-4BA121363F1A}" type="pres">
      <dgm:prSet presAssocID="{8FFA4E7C-BF59-4762-81D2-8F75ECE5DB3A}" presName="root" presStyleCnt="0">
        <dgm:presLayoutVars>
          <dgm:dir/>
          <dgm:resizeHandles val="exact"/>
        </dgm:presLayoutVars>
      </dgm:prSet>
      <dgm:spPr/>
    </dgm:pt>
    <dgm:pt modelId="{680341B5-4324-4437-AF73-ED6CE4BBA072}" type="pres">
      <dgm:prSet presAssocID="{8FFA4E7C-BF59-4762-81D2-8F75ECE5DB3A}" presName="container" presStyleCnt="0">
        <dgm:presLayoutVars>
          <dgm:dir/>
          <dgm:resizeHandles val="exact"/>
        </dgm:presLayoutVars>
      </dgm:prSet>
      <dgm:spPr/>
    </dgm:pt>
    <dgm:pt modelId="{3C10B9C1-9ED2-41FF-B6DC-B3BBCDE1FF2E}" type="pres">
      <dgm:prSet presAssocID="{F8DD109F-2E22-41EB-9F88-27F19F301A4E}" presName="compNode" presStyleCnt="0"/>
      <dgm:spPr/>
    </dgm:pt>
    <dgm:pt modelId="{BA4BE2C2-6106-408B-A286-06477B497E4F}" type="pres">
      <dgm:prSet presAssocID="{F8DD109F-2E22-41EB-9F88-27F19F301A4E}" presName="iconBgRect" presStyleLbl="bgShp" presStyleIdx="0" presStyleCnt="4"/>
      <dgm:spPr/>
    </dgm:pt>
    <dgm:pt modelId="{CE9897D1-CF5D-4B5E-8452-99019E307077}" type="pres">
      <dgm:prSet presAssocID="{F8DD109F-2E22-41EB-9F88-27F19F301A4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FD20FD60-CE11-417D-8CF2-A606CEDF2647}" type="pres">
      <dgm:prSet presAssocID="{F8DD109F-2E22-41EB-9F88-27F19F301A4E}" presName="spaceRect" presStyleCnt="0"/>
      <dgm:spPr/>
    </dgm:pt>
    <dgm:pt modelId="{D1D4B586-3A12-4870-8C74-B123EC8411DB}" type="pres">
      <dgm:prSet presAssocID="{F8DD109F-2E22-41EB-9F88-27F19F301A4E}" presName="textRect" presStyleLbl="revTx" presStyleIdx="0" presStyleCnt="4">
        <dgm:presLayoutVars>
          <dgm:chMax val="1"/>
          <dgm:chPref val="1"/>
        </dgm:presLayoutVars>
      </dgm:prSet>
      <dgm:spPr/>
    </dgm:pt>
    <dgm:pt modelId="{1E1A2DD5-8604-4FED-8126-BE20CC01679B}" type="pres">
      <dgm:prSet presAssocID="{E1688DB8-2D87-41F6-8BC2-57E3D1AA19F7}" presName="sibTrans" presStyleLbl="sibTrans2D1" presStyleIdx="0" presStyleCnt="0"/>
      <dgm:spPr/>
    </dgm:pt>
    <dgm:pt modelId="{68CC0B1F-DF85-4882-A910-27E3691A0F81}" type="pres">
      <dgm:prSet presAssocID="{8B7574A6-FB35-4943-B339-7636EC4FE47D}" presName="compNode" presStyleCnt="0"/>
      <dgm:spPr/>
    </dgm:pt>
    <dgm:pt modelId="{B70E0D23-D0E5-4371-9A1C-7B51CD37D078}" type="pres">
      <dgm:prSet presAssocID="{8B7574A6-FB35-4943-B339-7636EC4FE47D}" presName="iconBgRect" presStyleLbl="bgShp" presStyleIdx="1" presStyleCnt="4"/>
      <dgm:spPr/>
    </dgm:pt>
    <dgm:pt modelId="{C631CC87-6DB5-44EA-868B-46660E906894}" type="pres">
      <dgm:prSet presAssocID="{8B7574A6-FB35-4943-B339-7636EC4FE47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E5AAED85-3E73-4481-AD2C-1BD276CB4161}" type="pres">
      <dgm:prSet presAssocID="{8B7574A6-FB35-4943-B339-7636EC4FE47D}" presName="spaceRect" presStyleCnt="0"/>
      <dgm:spPr/>
    </dgm:pt>
    <dgm:pt modelId="{266E5C41-E5E3-4E4E-91A3-ABD28A4141FA}" type="pres">
      <dgm:prSet presAssocID="{8B7574A6-FB35-4943-B339-7636EC4FE47D}" presName="textRect" presStyleLbl="revTx" presStyleIdx="1" presStyleCnt="4">
        <dgm:presLayoutVars>
          <dgm:chMax val="1"/>
          <dgm:chPref val="1"/>
        </dgm:presLayoutVars>
      </dgm:prSet>
      <dgm:spPr/>
    </dgm:pt>
    <dgm:pt modelId="{6B87EF67-DADD-4E84-B99D-3B5207FA3345}" type="pres">
      <dgm:prSet presAssocID="{FEED1B96-EE61-4078-BF76-196EB80E634E}" presName="sibTrans" presStyleLbl="sibTrans2D1" presStyleIdx="0" presStyleCnt="0"/>
      <dgm:spPr/>
    </dgm:pt>
    <dgm:pt modelId="{6517703C-7A0D-4AB8-8ABF-F57F125F8DF5}" type="pres">
      <dgm:prSet presAssocID="{661B7D89-6128-461B-B719-E88C642F97E9}" presName="compNode" presStyleCnt="0"/>
      <dgm:spPr/>
    </dgm:pt>
    <dgm:pt modelId="{ECDF5CF9-E355-4A6A-802B-AD9DAEA1B007}" type="pres">
      <dgm:prSet presAssocID="{661B7D89-6128-461B-B719-E88C642F97E9}" presName="iconBgRect" presStyleLbl="bgShp" presStyleIdx="2" presStyleCnt="4"/>
      <dgm:spPr/>
    </dgm:pt>
    <dgm:pt modelId="{E0743D31-9DF3-4B29-A201-1116935990A9}" type="pres">
      <dgm:prSet presAssocID="{661B7D89-6128-461B-B719-E88C642F97E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C1CA5D1D-252A-47C0-80F6-E8402005F66A}" type="pres">
      <dgm:prSet presAssocID="{661B7D89-6128-461B-B719-E88C642F97E9}" presName="spaceRect" presStyleCnt="0"/>
      <dgm:spPr/>
    </dgm:pt>
    <dgm:pt modelId="{AB1E6C42-0394-4CC2-A824-3759401AC465}" type="pres">
      <dgm:prSet presAssocID="{661B7D89-6128-461B-B719-E88C642F97E9}" presName="textRect" presStyleLbl="revTx" presStyleIdx="2" presStyleCnt="4">
        <dgm:presLayoutVars>
          <dgm:chMax val="1"/>
          <dgm:chPref val="1"/>
        </dgm:presLayoutVars>
      </dgm:prSet>
      <dgm:spPr/>
    </dgm:pt>
    <dgm:pt modelId="{6BFCC9EE-65CC-4A89-B913-A1592AE1164E}" type="pres">
      <dgm:prSet presAssocID="{0B8A48E4-889F-41DE-A45D-A67EB48E9278}" presName="sibTrans" presStyleLbl="sibTrans2D1" presStyleIdx="0" presStyleCnt="0"/>
      <dgm:spPr/>
    </dgm:pt>
    <dgm:pt modelId="{C3A56004-6990-4B21-8273-891C19095FEE}" type="pres">
      <dgm:prSet presAssocID="{1294544F-C65F-49CD-B68C-FA80D3B5BE5D}" presName="compNode" presStyleCnt="0"/>
      <dgm:spPr/>
    </dgm:pt>
    <dgm:pt modelId="{A410E3B5-6826-4157-B19A-79D3EA303A13}" type="pres">
      <dgm:prSet presAssocID="{1294544F-C65F-49CD-B68C-FA80D3B5BE5D}" presName="iconBgRect" presStyleLbl="bgShp" presStyleIdx="3" presStyleCnt="4"/>
      <dgm:spPr/>
    </dgm:pt>
    <dgm:pt modelId="{E852494A-8C5E-4A3A-9948-3405FFB11A68}" type="pres">
      <dgm:prSet presAssocID="{1294544F-C65F-49CD-B68C-FA80D3B5BE5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8DA45964-A3FF-4120-ACD4-244C7ECBE9FA}" type="pres">
      <dgm:prSet presAssocID="{1294544F-C65F-49CD-B68C-FA80D3B5BE5D}" presName="spaceRect" presStyleCnt="0"/>
      <dgm:spPr/>
    </dgm:pt>
    <dgm:pt modelId="{DCDF46C7-AD1D-4377-8D64-8C4C2B6E86B6}" type="pres">
      <dgm:prSet presAssocID="{1294544F-C65F-49CD-B68C-FA80D3B5BE5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4870406-292B-45B1-9FE0-A381F6BE126F}" type="presOf" srcId="{8B7574A6-FB35-4943-B339-7636EC4FE47D}" destId="{266E5C41-E5E3-4E4E-91A3-ABD28A4141FA}" srcOrd="0" destOrd="0" presId="urn:microsoft.com/office/officeart/2018/2/layout/IconCircleList"/>
    <dgm:cxn modelId="{B2AD9C24-42D5-46FF-BADE-C82D91E38AD8}" type="presOf" srcId="{661B7D89-6128-461B-B719-E88C642F97E9}" destId="{AB1E6C42-0394-4CC2-A824-3759401AC465}" srcOrd="0" destOrd="0" presId="urn:microsoft.com/office/officeart/2018/2/layout/IconCircleList"/>
    <dgm:cxn modelId="{2F919350-49F7-4010-B642-25DC6014A3C8}" srcId="{8FFA4E7C-BF59-4762-81D2-8F75ECE5DB3A}" destId="{1294544F-C65F-49CD-B68C-FA80D3B5BE5D}" srcOrd="3" destOrd="0" parTransId="{5DC40CDC-5F3F-40BA-ACA9-D38674FDCA62}" sibTransId="{DF8CAC52-E87A-46CE-AD81-E4C5980DDED6}"/>
    <dgm:cxn modelId="{901D307C-7F75-45DA-8571-C358630D4872}" srcId="{8FFA4E7C-BF59-4762-81D2-8F75ECE5DB3A}" destId="{661B7D89-6128-461B-B719-E88C642F97E9}" srcOrd="2" destOrd="0" parTransId="{F11DF9CE-6C1F-4824-990C-FFA48EC12997}" sibTransId="{0B8A48E4-889F-41DE-A45D-A67EB48E9278}"/>
    <dgm:cxn modelId="{EC282882-8CE0-4CC2-B444-B585421E2A41}" type="presOf" srcId="{F8DD109F-2E22-41EB-9F88-27F19F301A4E}" destId="{D1D4B586-3A12-4870-8C74-B123EC8411DB}" srcOrd="0" destOrd="0" presId="urn:microsoft.com/office/officeart/2018/2/layout/IconCircleList"/>
    <dgm:cxn modelId="{5CB13384-6C07-45D8-B393-B74C169CA67A}" type="presOf" srcId="{1294544F-C65F-49CD-B68C-FA80D3B5BE5D}" destId="{DCDF46C7-AD1D-4377-8D64-8C4C2B6E86B6}" srcOrd="0" destOrd="0" presId="urn:microsoft.com/office/officeart/2018/2/layout/IconCircleList"/>
    <dgm:cxn modelId="{752A669B-9D11-4B45-8C3C-E64CA514C686}" type="presOf" srcId="{8FFA4E7C-BF59-4762-81D2-8F75ECE5DB3A}" destId="{C27C4F35-11C4-49FC-ACA7-4BA121363F1A}" srcOrd="0" destOrd="0" presId="urn:microsoft.com/office/officeart/2018/2/layout/IconCircleList"/>
    <dgm:cxn modelId="{DE45A69F-97D3-4054-9757-52B09433B972}" srcId="{8FFA4E7C-BF59-4762-81D2-8F75ECE5DB3A}" destId="{8B7574A6-FB35-4943-B339-7636EC4FE47D}" srcOrd="1" destOrd="0" parTransId="{02FF59EB-32EE-476E-A054-56B9026D9B71}" sibTransId="{FEED1B96-EE61-4078-BF76-196EB80E634E}"/>
    <dgm:cxn modelId="{AB23B7D0-384E-46A3-A320-E0D6800679FA}" srcId="{8FFA4E7C-BF59-4762-81D2-8F75ECE5DB3A}" destId="{F8DD109F-2E22-41EB-9F88-27F19F301A4E}" srcOrd="0" destOrd="0" parTransId="{518EDA1D-A6D1-4028-8B22-63ECAF41B70A}" sibTransId="{E1688DB8-2D87-41F6-8BC2-57E3D1AA19F7}"/>
    <dgm:cxn modelId="{E9B594D6-8477-46F8-A7ED-3AC806BC7774}" type="presOf" srcId="{FEED1B96-EE61-4078-BF76-196EB80E634E}" destId="{6B87EF67-DADD-4E84-B99D-3B5207FA3345}" srcOrd="0" destOrd="0" presId="urn:microsoft.com/office/officeart/2018/2/layout/IconCircleList"/>
    <dgm:cxn modelId="{DEB6B9E2-BD07-4C31-AA70-794EE5B0EB93}" type="presOf" srcId="{0B8A48E4-889F-41DE-A45D-A67EB48E9278}" destId="{6BFCC9EE-65CC-4A89-B913-A1592AE1164E}" srcOrd="0" destOrd="0" presId="urn:microsoft.com/office/officeart/2018/2/layout/IconCircleList"/>
    <dgm:cxn modelId="{5690CEFD-E69C-435D-9804-6CA6203A714A}" type="presOf" srcId="{E1688DB8-2D87-41F6-8BC2-57E3D1AA19F7}" destId="{1E1A2DD5-8604-4FED-8126-BE20CC01679B}" srcOrd="0" destOrd="0" presId="urn:microsoft.com/office/officeart/2018/2/layout/IconCircleList"/>
    <dgm:cxn modelId="{1EE1B654-FFD1-4F77-9C68-01FEDF1E3897}" type="presParOf" srcId="{C27C4F35-11C4-49FC-ACA7-4BA121363F1A}" destId="{680341B5-4324-4437-AF73-ED6CE4BBA072}" srcOrd="0" destOrd="0" presId="urn:microsoft.com/office/officeart/2018/2/layout/IconCircleList"/>
    <dgm:cxn modelId="{F7849D4D-C81B-4D9F-823E-ACB2B484F65A}" type="presParOf" srcId="{680341B5-4324-4437-AF73-ED6CE4BBA072}" destId="{3C10B9C1-9ED2-41FF-B6DC-B3BBCDE1FF2E}" srcOrd="0" destOrd="0" presId="urn:microsoft.com/office/officeart/2018/2/layout/IconCircleList"/>
    <dgm:cxn modelId="{A83FCF2E-A59B-4DBE-A4C7-517044010011}" type="presParOf" srcId="{3C10B9C1-9ED2-41FF-B6DC-B3BBCDE1FF2E}" destId="{BA4BE2C2-6106-408B-A286-06477B497E4F}" srcOrd="0" destOrd="0" presId="urn:microsoft.com/office/officeart/2018/2/layout/IconCircleList"/>
    <dgm:cxn modelId="{0A69A331-E9C4-43FF-B3C6-2C0119B33498}" type="presParOf" srcId="{3C10B9C1-9ED2-41FF-B6DC-B3BBCDE1FF2E}" destId="{CE9897D1-CF5D-4B5E-8452-99019E307077}" srcOrd="1" destOrd="0" presId="urn:microsoft.com/office/officeart/2018/2/layout/IconCircleList"/>
    <dgm:cxn modelId="{7049351B-2ACA-4A4F-BD10-F1900830232D}" type="presParOf" srcId="{3C10B9C1-9ED2-41FF-B6DC-B3BBCDE1FF2E}" destId="{FD20FD60-CE11-417D-8CF2-A606CEDF2647}" srcOrd="2" destOrd="0" presId="urn:microsoft.com/office/officeart/2018/2/layout/IconCircleList"/>
    <dgm:cxn modelId="{D66AA488-FC5E-43F5-BB7F-6059B3D553B7}" type="presParOf" srcId="{3C10B9C1-9ED2-41FF-B6DC-B3BBCDE1FF2E}" destId="{D1D4B586-3A12-4870-8C74-B123EC8411DB}" srcOrd="3" destOrd="0" presId="urn:microsoft.com/office/officeart/2018/2/layout/IconCircleList"/>
    <dgm:cxn modelId="{A5344BB8-CA56-49E9-8D42-8E265A27B087}" type="presParOf" srcId="{680341B5-4324-4437-AF73-ED6CE4BBA072}" destId="{1E1A2DD5-8604-4FED-8126-BE20CC01679B}" srcOrd="1" destOrd="0" presId="urn:microsoft.com/office/officeart/2018/2/layout/IconCircleList"/>
    <dgm:cxn modelId="{C3E3E57A-6181-43F8-A406-5C29BE61CDA0}" type="presParOf" srcId="{680341B5-4324-4437-AF73-ED6CE4BBA072}" destId="{68CC0B1F-DF85-4882-A910-27E3691A0F81}" srcOrd="2" destOrd="0" presId="urn:microsoft.com/office/officeart/2018/2/layout/IconCircleList"/>
    <dgm:cxn modelId="{AD4475CB-80AC-4FBE-A2F8-FFEE4BA65CCE}" type="presParOf" srcId="{68CC0B1F-DF85-4882-A910-27E3691A0F81}" destId="{B70E0D23-D0E5-4371-9A1C-7B51CD37D078}" srcOrd="0" destOrd="0" presId="urn:microsoft.com/office/officeart/2018/2/layout/IconCircleList"/>
    <dgm:cxn modelId="{8579F333-E475-48FF-9DD2-EA4CA23E72D1}" type="presParOf" srcId="{68CC0B1F-DF85-4882-A910-27E3691A0F81}" destId="{C631CC87-6DB5-44EA-868B-46660E906894}" srcOrd="1" destOrd="0" presId="urn:microsoft.com/office/officeart/2018/2/layout/IconCircleList"/>
    <dgm:cxn modelId="{94DC60BD-078E-4FC5-A7B1-141F78052226}" type="presParOf" srcId="{68CC0B1F-DF85-4882-A910-27E3691A0F81}" destId="{E5AAED85-3E73-4481-AD2C-1BD276CB4161}" srcOrd="2" destOrd="0" presId="urn:microsoft.com/office/officeart/2018/2/layout/IconCircleList"/>
    <dgm:cxn modelId="{DBC07C9E-7446-465C-AF20-115A2FFB2CD4}" type="presParOf" srcId="{68CC0B1F-DF85-4882-A910-27E3691A0F81}" destId="{266E5C41-E5E3-4E4E-91A3-ABD28A4141FA}" srcOrd="3" destOrd="0" presId="urn:microsoft.com/office/officeart/2018/2/layout/IconCircleList"/>
    <dgm:cxn modelId="{33B11029-677B-4AD2-9F2B-E1E65D3BA649}" type="presParOf" srcId="{680341B5-4324-4437-AF73-ED6CE4BBA072}" destId="{6B87EF67-DADD-4E84-B99D-3B5207FA3345}" srcOrd="3" destOrd="0" presId="urn:microsoft.com/office/officeart/2018/2/layout/IconCircleList"/>
    <dgm:cxn modelId="{D85EC6CD-F51F-48CB-9AEB-394DCEC3B6CF}" type="presParOf" srcId="{680341B5-4324-4437-AF73-ED6CE4BBA072}" destId="{6517703C-7A0D-4AB8-8ABF-F57F125F8DF5}" srcOrd="4" destOrd="0" presId="urn:microsoft.com/office/officeart/2018/2/layout/IconCircleList"/>
    <dgm:cxn modelId="{A62DFCA8-1C3D-4F56-988F-E79086781B05}" type="presParOf" srcId="{6517703C-7A0D-4AB8-8ABF-F57F125F8DF5}" destId="{ECDF5CF9-E355-4A6A-802B-AD9DAEA1B007}" srcOrd="0" destOrd="0" presId="urn:microsoft.com/office/officeart/2018/2/layout/IconCircleList"/>
    <dgm:cxn modelId="{C091A397-6512-4D3A-B7E8-828062427EBF}" type="presParOf" srcId="{6517703C-7A0D-4AB8-8ABF-F57F125F8DF5}" destId="{E0743D31-9DF3-4B29-A201-1116935990A9}" srcOrd="1" destOrd="0" presId="urn:microsoft.com/office/officeart/2018/2/layout/IconCircleList"/>
    <dgm:cxn modelId="{EA439E31-B9D5-4537-9BFD-E5560F615091}" type="presParOf" srcId="{6517703C-7A0D-4AB8-8ABF-F57F125F8DF5}" destId="{C1CA5D1D-252A-47C0-80F6-E8402005F66A}" srcOrd="2" destOrd="0" presId="urn:microsoft.com/office/officeart/2018/2/layout/IconCircleList"/>
    <dgm:cxn modelId="{8AE8743C-FECD-4C88-B3FD-506E7F07B9A5}" type="presParOf" srcId="{6517703C-7A0D-4AB8-8ABF-F57F125F8DF5}" destId="{AB1E6C42-0394-4CC2-A824-3759401AC465}" srcOrd="3" destOrd="0" presId="urn:microsoft.com/office/officeart/2018/2/layout/IconCircleList"/>
    <dgm:cxn modelId="{5907EC78-6B14-4FD1-B7E5-0448015ADACC}" type="presParOf" srcId="{680341B5-4324-4437-AF73-ED6CE4BBA072}" destId="{6BFCC9EE-65CC-4A89-B913-A1592AE1164E}" srcOrd="5" destOrd="0" presId="urn:microsoft.com/office/officeart/2018/2/layout/IconCircleList"/>
    <dgm:cxn modelId="{77EA980A-877F-4E61-8C0B-DDB796A3F66A}" type="presParOf" srcId="{680341B5-4324-4437-AF73-ED6CE4BBA072}" destId="{C3A56004-6990-4B21-8273-891C19095FEE}" srcOrd="6" destOrd="0" presId="urn:microsoft.com/office/officeart/2018/2/layout/IconCircleList"/>
    <dgm:cxn modelId="{2EB973F3-D22A-4D0A-B617-BF809C11E6E4}" type="presParOf" srcId="{C3A56004-6990-4B21-8273-891C19095FEE}" destId="{A410E3B5-6826-4157-B19A-79D3EA303A13}" srcOrd="0" destOrd="0" presId="urn:microsoft.com/office/officeart/2018/2/layout/IconCircleList"/>
    <dgm:cxn modelId="{3A26DCDB-328B-4992-AE0D-D3FEE18712D5}" type="presParOf" srcId="{C3A56004-6990-4B21-8273-891C19095FEE}" destId="{E852494A-8C5E-4A3A-9948-3405FFB11A68}" srcOrd="1" destOrd="0" presId="urn:microsoft.com/office/officeart/2018/2/layout/IconCircleList"/>
    <dgm:cxn modelId="{1D7F3F2D-F559-4104-A6C1-B09D8F6981B5}" type="presParOf" srcId="{C3A56004-6990-4B21-8273-891C19095FEE}" destId="{8DA45964-A3FF-4120-ACD4-244C7ECBE9FA}" srcOrd="2" destOrd="0" presId="urn:microsoft.com/office/officeart/2018/2/layout/IconCircleList"/>
    <dgm:cxn modelId="{4FC576F9-5A86-438E-A3AE-C18CB4988171}" type="presParOf" srcId="{C3A56004-6990-4B21-8273-891C19095FEE}" destId="{DCDF46C7-AD1D-4377-8D64-8C4C2B6E86B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E314A1A-A349-4946-B64B-CA84E487B5CF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4030890-E047-4F8B-AC9E-489F973F2933}">
      <dgm:prSet/>
      <dgm:spPr/>
      <dgm:t>
        <a:bodyPr/>
        <a:lstStyle/>
        <a:p>
          <a:r>
            <a:rPr lang="en-US"/>
            <a:t>Rekognition: Visión computacional para reconocimiento facial.</a:t>
          </a:r>
        </a:p>
      </dgm:t>
    </dgm:pt>
    <dgm:pt modelId="{39C6BE4E-0C0B-491D-94B0-080DAC818833}" type="parTrans" cxnId="{CB7AC246-1DD8-40A3-9F4D-02BBA29A5FD7}">
      <dgm:prSet/>
      <dgm:spPr/>
      <dgm:t>
        <a:bodyPr/>
        <a:lstStyle/>
        <a:p>
          <a:endParaRPr lang="en-US"/>
        </a:p>
      </dgm:t>
    </dgm:pt>
    <dgm:pt modelId="{BC34BB05-F2DE-4D60-A4BA-0FDEEE0DD04D}" type="sibTrans" cxnId="{CB7AC246-1DD8-40A3-9F4D-02BBA29A5FD7}">
      <dgm:prSet/>
      <dgm:spPr/>
      <dgm:t>
        <a:bodyPr/>
        <a:lstStyle/>
        <a:p>
          <a:endParaRPr lang="en-US"/>
        </a:p>
      </dgm:t>
    </dgm:pt>
    <dgm:pt modelId="{F28088EE-DD9A-4858-81AD-C41C973E9E36}">
      <dgm:prSet/>
      <dgm:spPr/>
      <dgm:t>
        <a:bodyPr/>
        <a:lstStyle/>
        <a:p>
          <a:r>
            <a:rPr lang="en-US"/>
            <a:t>Translate: Traducción automática neuronal.</a:t>
          </a:r>
        </a:p>
      </dgm:t>
    </dgm:pt>
    <dgm:pt modelId="{F73EB3AC-FDFC-406D-B14E-CAF95D017EAA}" type="parTrans" cxnId="{C551AEAF-DA12-424A-B607-44BBFC7E19F9}">
      <dgm:prSet/>
      <dgm:spPr/>
      <dgm:t>
        <a:bodyPr/>
        <a:lstStyle/>
        <a:p>
          <a:endParaRPr lang="en-US"/>
        </a:p>
      </dgm:t>
    </dgm:pt>
    <dgm:pt modelId="{630504FD-959C-4283-8C28-AF92282C85F9}" type="sibTrans" cxnId="{C551AEAF-DA12-424A-B607-44BBFC7E19F9}">
      <dgm:prSet/>
      <dgm:spPr/>
      <dgm:t>
        <a:bodyPr/>
        <a:lstStyle/>
        <a:p>
          <a:endParaRPr lang="en-US"/>
        </a:p>
      </dgm:t>
    </dgm:pt>
    <dgm:pt modelId="{B15A0577-2FC7-4B48-8823-454FCF4A153A}">
      <dgm:prSet/>
      <dgm:spPr/>
      <dgm:t>
        <a:bodyPr/>
        <a:lstStyle/>
        <a:p>
          <a:r>
            <a:rPr lang="en-US"/>
            <a:t>Polly: Síntesis de voz natural.</a:t>
          </a:r>
        </a:p>
      </dgm:t>
    </dgm:pt>
    <dgm:pt modelId="{9E8FB4D6-E53F-482C-B275-B49003B79C73}" type="parTrans" cxnId="{65B0AAAF-02EB-4522-B706-DE1B6EC0F885}">
      <dgm:prSet/>
      <dgm:spPr/>
      <dgm:t>
        <a:bodyPr/>
        <a:lstStyle/>
        <a:p>
          <a:endParaRPr lang="en-US"/>
        </a:p>
      </dgm:t>
    </dgm:pt>
    <dgm:pt modelId="{AEC510A7-5C3E-4F7A-AC60-F2BB81F035FE}" type="sibTrans" cxnId="{65B0AAAF-02EB-4522-B706-DE1B6EC0F885}">
      <dgm:prSet/>
      <dgm:spPr/>
      <dgm:t>
        <a:bodyPr/>
        <a:lstStyle/>
        <a:p>
          <a:endParaRPr lang="en-US"/>
        </a:p>
      </dgm:t>
    </dgm:pt>
    <dgm:pt modelId="{C14FAFD4-7B92-4DBF-A8A8-8AADFFFE8CC2}">
      <dgm:prSet/>
      <dgm:spPr/>
      <dgm:t>
        <a:bodyPr/>
        <a:lstStyle/>
        <a:p>
          <a:r>
            <a:rPr lang="en-US"/>
            <a:t>Secrets Manager: Gestión y cifrado de secretos.</a:t>
          </a:r>
        </a:p>
      </dgm:t>
    </dgm:pt>
    <dgm:pt modelId="{56AC1AC7-34DC-4DCF-B14A-A6D8F1328D33}" type="parTrans" cxnId="{43D5F79F-FC73-4EDD-9CDD-DF47EF67434E}">
      <dgm:prSet/>
      <dgm:spPr/>
      <dgm:t>
        <a:bodyPr/>
        <a:lstStyle/>
        <a:p>
          <a:endParaRPr lang="en-US"/>
        </a:p>
      </dgm:t>
    </dgm:pt>
    <dgm:pt modelId="{59CE2CF7-94B9-4106-8A35-2645ADB5ACAC}" type="sibTrans" cxnId="{43D5F79F-FC73-4EDD-9CDD-DF47EF67434E}">
      <dgm:prSet/>
      <dgm:spPr/>
      <dgm:t>
        <a:bodyPr/>
        <a:lstStyle/>
        <a:p>
          <a:endParaRPr lang="en-US"/>
        </a:p>
      </dgm:t>
    </dgm:pt>
    <dgm:pt modelId="{E8F8CE81-3980-4868-AC39-CBE7141211F3}" type="pres">
      <dgm:prSet presAssocID="{EE314A1A-A349-4946-B64B-CA84E487B5CF}" presName="diagram" presStyleCnt="0">
        <dgm:presLayoutVars>
          <dgm:dir/>
          <dgm:resizeHandles val="exact"/>
        </dgm:presLayoutVars>
      </dgm:prSet>
      <dgm:spPr/>
    </dgm:pt>
    <dgm:pt modelId="{BA25B27C-279A-4D41-9F80-803B4CFD591C}" type="pres">
      <dgm:prSet presAssocID="{74030890-E047-4F8B-AC9E-489F973F2933}" presName="node" presStyleLbl="node1" presStyleIdx="0" presStyleCnt="4">
        <dgm:presLayoutVars>
          <dgm:bulletEnabled val="1"/>
        </dgm:presLayoutVars>
      </dgm:prSet>
      <dgm:spPr/>
    </dgm:pt>
    <dgm:pt modelId="{F298C294-10F2-4BE4-BCD3-9F18078668F9}" type="pres">
      <dgm:prSet presAssocID="{BC34BB05-F2DE-4D60-A4BA-0FDEEE0DD04D}" presName="sibTrans" presStyleCnt="0"/>
      <dgm:spPr/>
    </dgm:pt>
    <dgm:pt modelId="{AC4E8877-0BC8-4775-873E-7723F8AF14F1}" type="pres">
      <dgm:prSet presAssocID="{F28088EE-DD9A-4858-81AD-C41C973E9E36}" presName="node" presStyleLbl="node1" presStyleIdx="1" presStyleCnt="4">
        <dgm:presLayoutVars>
          <dgm:bulletEnabled val="1"/>
        </dgm:presLayoutVars>
      </dgm:prSet>
      <dgm:spPr/>
    </dgm:pt>
    <dgm:pt modelId="{21FFD178-018E-48E8-98F0-692BA64939DB}" type="pres">
      <dgm:prSet presAssocID="{630504FD-959C-4283-8C28-AF92282C85F9}" presName="sibTrans" presStyleCnt="0"/>
      <dgm:spPr/>
    </dgm:pt>
    <dgm:pt modelId="{448C39AF-F21C-4A7C-BCBF-F7A1506D2ACB}" type="pres">
      <dgm:prSet presAssocID="{B15A0577-2FC7-4B48-8823-454FCF4A153A}" presName="node" presStyleLbl="node1" presStyleIdx="2" presStyleCnt="4">
        <dgm:presLayoutVars>
          <dgm:bulletEnabled val="1"/>
        </dgm:presLayoutVars>
      </dgm:prSet>
      <dgm:spPr/>
    </dgm:pt>
    <dgm:pt modelId="{444C85D9-9B58-4AAD-95BA-80B885D5C146}" type="pres">
      <dgm:prSet presAssocID="{AEC510A7-5C3E-4F7A-AC60-F2BB81F035FE}" presName="sibTrans" presStyleCnt="0"/>
      <dgm:spPr/>
    </dgm:pt>
    <dgm:pt modelId="{E5A82233-F3A4-4F7B-A6DC-20699A2A8E62}" type="pres">
      <dgm:prSet presAssocID="{C14FAFD4-7B92-4DBF-A8A8-8AADFFFE8CC2}" presName="node" presStyleLbl="node1" presStyleIdx="3" presStyleCnt="4">
        <dgm:presLayoutVars>
          <dgm:bulletEnabled val="1"/>
        </dgm:presLayoutVars>
      </dgm:prSet>
      <dgm:spPr/>
    </dgm:pt>
  </dgm:ptLst>
  <dgm:cxnLst>
    <dgm:cxn modelId="{F98C9015-C79F-46C5-8810-71BA807D08FC}" type="presOf" srcId="{B15A0577-2FC7-4B48-8823-454FCF4A153A}" destId="{448C39AF-F21C-4A7C-BCBF-F7A1506D2ACB}" srcOrd="0" destOrd="0" presId="urn:microsoft.com/office/officeart/2005/8/layout/default"/>
    <dgm:cxn modelId="{385D4D24-6A6E-49C7-93E6-40F04ADE1C87}" type="presOf" srcId="{74030890-E047-4F8B-AC9E-489F973F2933}" destId="{BA25B27C-279A-4D41-9F80-803B4CFD591C}" srcOrd="0" destOrd="0" presId="urn:microsoft.com/office/officeart/2005/8/layout/default"/>
    <dgm:cxn modelId="{92DC173A-2E1A-4F93-8692-FE0F59882E0F}" type="presOf" srcId="{C14FAFD4-7B92-4DBF-A8A8-8AADFFFE8CC2}" destId="{E5A82233-F3A4-4F7B-A6DC-20699A2A8E62}" srcOrd="0" destOrd="0" presId="urn:microsoft.com/office/officeart/2005/8/layout/default"/>
    <dgm:cxn modelId="{CB7AC246-1DD8-40A3-9F4D-02BBA29A5FD7}" srcId="{EE314A1A-A349-4946-B64B-CA84E487B5CF}" destId="{74030890-E047-4F8B-AC9E-489F973F2933}" srcOrd="0" destOrd="0" parTransId="{39C6BE4E-0C0B-491D-94B0-080DAC818833}" sibTransId="{BC34BB05-F2DE-4D60-A4BA-0FDEEE0DD04D}"/>
    <dgm:cxn modelId="{F511467D-13F1-4E3F-89F5-D3F408E73282}" type="presOf" srcId="{EE314A1A-A349-4946-B64B-CA84E487B5CF}" destId="{E8F8CE81-3980-4868-AC39-CBE7141211F3}" srcOrd="0" destOrd="0" presId="urn:microsoft.com/office/officeart/2005/8/layout/default"/>
    <dgm:cxn modelId="{43D5F79F-FC73-4EDD-9CDD-DF47EF67434E}" srcId="{EE314A1A-A349-4946-B64B-CA84E487B5CF}" destId="{C14FAFD4-7B92-4DBF-A8A8-8AADFFFE8CC2}" srcOrd="3" destOrd="0" parTransId="{56AC1AC7-34DC-4DCF-B14A-A6D8F1328D33}" sibTransId="{59CE2CF7-94B9-4106-8A35-2645ADB5ACAC}"/>
    <dgm:cxn modelId="{65B0AAAF-02EB-4522-B706-DE1B6EC0F885}" srcId="{EE314A1A-A349-4946-B64B-CA84E487B5CF}" destId="{B15A0577-2FC7-4B48-8823-454FCF4A153A}" srcOrd="2" destOrd="0" parTransId="{9E8FB4D6-E53F-482C-B275-B49003B79C73}" sibTransId="{AEC510A7-5C3E-4F7A-AC60-F2BB81F035FE}"/>
    <dgm:cxn modelId="{C551AEAF-DA12-424A-B607-44BBFC7E19F9}" srcId="{EE314A1A-A349-4946-B64B-CA84E487B5CF}" destId="{F28088EE-DD9A-4858-81AD-C41C973E9E36}" srcOrd="1" destOrd="0" parTransId="{F73EB3AC-FDFC-406D-B14E-CAF95D017EAA}" sibTransId="{630504FD-959C-4283-8C28-AF92282C85F9}"/>
    <dgm:cxn modelId="{290A99EC-D5B3-48F1-8E2F-13C2E06DD14F}" type="presOf" srcId="{F28088EE-DD9A-4858-81AD-C41C973E9E36}" destId="{AC4E8877-0BC8-4775-873E-7723F8AF14F1}" srcOrd="0" destOrd="0" presId="urn:microsoft.com/office/officeart/2005/8/layout/default"/>
    <dgm:cxn modelId="{9423101D-EE4D-42BC-A944-8B0FC4A8B4CC}" type="presParOf" srcId="{E8F8CE81-3980-4868-AC39-CBE7141211F3}" destId="{BA25B27C-279A-4D41-9F80-803B4CFD591C}" srcOrd="0" destOrd="0" presId="urn:microsoft.com/office/officeart/2005/8/layout/default"/>
    <dgm:cxn modelId="{519008B8-492C-4ACB-87BD-06E3B4D18CBA}" type="presParOf" srcId="{E8F8CE81-3980-4868-AC39-CBE7141211F3}" destId="{F298C294-10F2-4BE4-BCD3-9F18078668F9}" srcOrd="1" destOrd="0" presId="urn:microsoft.com/office/officeart/2005/8/layout/default"/>
    <dgm:cxn modelId="{1CFCA673-FD19-43DF-8F78-F4C2ABA78BAC}" type="presParOf" srcId="{E8F8CE81-3980-4868-AC39-CBE7141211F3}" destId="{AC4E8877-0BC8-4775-873E-7723F8AF14F1}" srcOrd="2" destOrd="0" presId="urn:microsoft.com/office/officeart/2005/8/layout/default"/>
    <dgm:cxn modelId="{BFEB89EF-CD28-443A-B474-E5F8B9BCD57F}" type="presParOf" srcId="{E8F8CE81-3980-4868-AC39-CBE7141211F3}" destId="{21FFD178-018E-48E8-98F0-692BA64939DB}" srcOrd="3" destOrd="0" presId="urn:microsoft.com/office/officeart/2005/8/layout/default"/>
    <dgm:cxn modelId="{3A774AAE-6913-4D53-8212-B08205749345}" type="presParOf" srcId="{E8F8CE81-3980-4868-AC39-CBE7141211F3}" destId="{448C39AF-F21C-4A7C-BCBF-F7A1506D2ACB}" srcOrd="4" destOrd="0" presId="urn:microsoft.com/office/officeart/2005/8/layout/default"/>
    <dgm:cxn modelId="{4F1299F0-823C-498B-A0BC-71CE13342791}" type="presParOf" srcId="{E8F8CE81-3980-4868-AC39-CBE7141211F3}" destId="{444C85D9-9B58-4AAD-95BA-80B885D5C146}" srcOrd="5" destOrd="0" presId="urn:microsoft.com/office/officeart/2005/8/layout/default"/>
    <dgm:cxn modelId="{5C8978A8-B36D-40EC-8C36-404329DF80AB}" type="presParOf" srcId="{E8F8CE81-3980-4868-AC39-CBE7141211F3}" destId="{E5A82233-F3A4-4F7B-A6DC-20699A2A8E6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6C1907-A684-4DC3-AA50-C06EC640FA9E}">
      <dsp:nvSpPr>
        <dsp:cNvPr id="0" name=""/>
        <dsp:cNvSpPr/>
      </dsp:nvSpPr>
      <dsp:spPr>
        <a:xfrm>
          <a:off x="373060" y="447574"/>
          <a:ext cx="609082" cy="6090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12DAD5-4AAA-4D8B-9F05-8718555B8034}">
      <dsp:nvSpPr>
        <dsp:cNvPr id="0" name=""/>
        <dsp:cNvSpPr/>
      </dsp:nvSpPr>
      <dsp:spPr>
        <a:xfrm>
          <a:off x="843" y="1265708"/>
          <a:ext cx="1353515" cy="57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CRUD de contraseñas y documentos</a:t>
          </a:r>
        </a:p>
      </dsp:txBody>
      <dsp:txXfrm>
        <a:off x="843" y="1265708"/>
        <a:ext cx="1353515" cy="575244"/>
      </dsp:txXfrm>
    </dsp:sp>
    <dsp:sp modelId="{B5072D71-8EBD-4C00-9F13-A67F0B745018}">
      <dsp:nvSpPr>
        <dsp:cNvPr id="0" name=""/>
        <dsp:cNvSpPr/>
      </dsp:nvSpPr>
      <dsp:spPr>
        <a:xfrm>
          <a:off x="1963441" y="447574"/>
          <a:ext cx="609082" cy="6090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92EE1D-BC07-4831-81DA-89998C50F4B9}">
      <dsp:nvSpPr>
        <dsp:cNvPr id="0" name=""/>
        <dsp:cNvSpPr/>
      </dsp:nvSpPr>
      <dsp:spPr>
        <a:xfrm>
          <a:off x="1591224" y="1265708"/>
          <a:ext cx="1353515" cy="57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Subida, descarga y eliminación de archivos</a:t>
          </a:r>
        </a:p>
      </dsp:txBody>
      <dsp:txXfrm>
        <a:off x="1591224" y="1265708"/>
        <a:ext cx="1353515" cy="575244"/>
      </dsp:txXfrm>
    </dsp:sp>
    <dsp:sp modelId="{B0F1611A-EA42-4CBF-A88A-8BCEF6A025F7}">
      <dsp:nvSpPr>
        <dsp:cNvPr id="0" name=""/>
        <dsp:cNvSpPr/>
      </dsp:nvSpPr>
      <dsp:spPr>
        <a:xfrm>
          <a:off x="3553821" y="447574"/>
          <a:ext cx="609082" cy="6090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C7E349-15CD-4BE5-8EBC-4190D0C9061E}">
      <dsp:nvSpPr>
        <dsp:cNvPr id="0" name=""/>
        <dsp:cNvSpPr/>
      </dsp:nvSpPr>
      <dsp:spPr>
        <a:xfrm>
          <a:off x="3181605" y="1265708"/>
          <a:ext cx="1353515" cy="57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Autenticación facial</a:t>
          </a:r>
        </a:p>
      </dsp:txBody>
      <dsp:txXfrm>
        <a:off x="3181605" y="1265708"/>
        <a:ext cx="1353515" cy="575244"/>
      </dsp:txXfrm>
    </dsp:sp>
    <dsp:sp modelId="{AEB5F62F-4293-41A8-8B9F-9DFF2D47285E}">
      <dsp:nvSpPr>
        <dsp:cNvPr id="0" name=""/>
        <dsp:cNvSpPr/>
      </dsp:nvSpPr>
      <dsp:spPr>
        <a:xfrm>
          <a:off x="5144202" y="447574"/>
          <a:ext cx="609082" cy="6090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E2B78A-1C75-433B-8DF2-A591A11B0BEA}">
      <dsp:nvSpPr>
        <dsp:cNvPr id="0" name=""/>
        <dsp:cNvSpPr/>
      </dsp:nvSpPr>
      <dsp:spPr>
        <a:xfrm>
          <a:off x="4771986" y="1265708"/>
          <a:ext cx="1353515" cy="57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Traducción de etiquetas</a:t>
          </a:r>
        </a:p>
      </dsp:txBody>
      <dsp:txXfrm>
        <a:off x="4771986" y="1265708"/>
        <a:ext cx="1353515" cy="575244"/>
      </dsp:txXfrm>
    </dsp:sp>
    <dsp:sp modelId="{F506500D-31E1-4AD5-8F69-2C4CD95EA643}">
      <dsp:nvSpPr>
        <dsp:cNvPr id="0" name=""/>
        <dsp:cNvSpPr/>
      </dsp:nvSpPr>
      <dsp:spPr>
        <a:xfrm>
          <a:off x="6734583" y="447574"/>
          <a:ext cx="609082" cy="60908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B4D9AA-A499-4618-A5EC-FCE960DCAE37}">
      <dsp:nvSpPr>
        <dsp:cNvPr id="0" name=""/>
        <dsp:cNvSpPr/>
      </dsp:nvSpPr>
      <dsp:spPr>
        <a:xfrm>
          <a:off x="6362366" y="1265708"/>
          <a:ext cx="1353515" cy="57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Lectura en voz alta (accesibilidad)</a:t>
          </a:r>
        </a:p>
      </dsp:txBody>
      <dsp:txXfrm>
        <a:off x="6362366" y="1265708"/>
        <a:ext cx="1353515" cy="5752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1ABEFD-5FFF-47E1-99FF-07FE77FB1260}">
      <dsp:nvSpPr>
        <dsp:cNvPr id="0" name=""/>
        <dsp:cNvSpPr/>
      </dsp:nvSpPr>
      <dsp:spPr>
        <a:xfrm>
          <a:off x="0" y="437"/>
          <a:ext cx="7429499" cy="10239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199F48-DE0E-4613-8091-CCE67A20D6B5}">
      <dsp:nvSpPr>
        <dsp:cNvPr id="0" name=""/>
        <dsp:cNvSpPr/>
      </dsp:nvSpPr>
      <dsp:spPr>
        <a:xfrm>
          <a:off x="309757" y="230835"/>
          <a:ext cx="563196" cy="5631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AC1023-966E-4E85-BC25-455F3462A02A}">
      <dsp:nvSpPr>
        <dsp:cNvPr id="0" name=""/>
        <dsp:cNvSpPr/>
      </dsp:nvSpPr>
      <dsp:spPr>
        <a:xfrm>
          <a:off x="1182711" y="437"/>
          <a:ext cx="6246787" cy="1023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373" tIns="108373" rIns="108373" bIns="108373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AWS Lambda: Serverless, escalable y pago por uso. Lógica CRUD y llamadas a servicios externos.</a:t>
          </a:r>
        </a:p>
      </dsp:txBody>
      <dsp:txXfrm>
        <a:off x="1182711" y="437"/>
        <a:ext cx="6246787" cy="1023992"/>
      </dsp:txXfrm>
    </dsp:sp>
    <dsp:sp modelId="{C45DB2A1-8C4A-4044-993D-4238EF39890A}">
      <dsp:nvSpPr>
        <dsp:cNvPr id="0" name=""/>
        <dsp:cNvSpPr/>
      </dsp:nvSpPr>
      <dsp:spPr>
        <a:xfrm>
          <a:off x="0" y="1280428"/>
          <a:ext cx="7429499" cy="10239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5D5ED8-8549-40C1-8C08-A467E16B5AC5}">
      <dsp:nvSpPr>
        <dsp:cNvPr id="0" name=""/>
        <dsp:cNvSpPr/>
      </dsp:nvSpPr>
      <dsp:spPr>
        <a:xfrm>
          <a:off x="309757" y="1510826"/>
          <a:ext cx="563196" cy="5631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2AA6E2-7C44-4620-98AD-5C7E56E063CF}">
      <dsp:nvSpPr>
        <dsp:cNvPr id="0" name=""/>
        <dsp:cNvSpPr/>
      </dsp:nvSpPr>
      <dsp:spPr>
        <a:xfrm>
          <a:off x="1182711" y="1280428"/>
          <a:ext cx="6246787" cy="1023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373" tIns="108373" rIns="108373" bIns="108373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Amazon API Gateway: Gestión de endpoints REST → Lambda.</a:t>
          </a:r>
        </a:p>
      </dsp:txBody>
      <dsp:txXfrm>
        <a:off x="1182711" y="1280428"/>
        <a:ext cx="6246787" cy="1023992"/>
      </dsp:txXfrm>
    </dsp:sp>
    <dsp:sp modelId="{29888686-EC0E-4466-8B25-FD95919E3EB6}">
      <dsp:nvSpPr>
        <dsp:cNvPr id="0" name=""/>
        <dsp:cNvSpPr/>
      </dsp:nvSpPr>
      <dsp:spPr>
        <a:xfrm>
          <a:off x="0" y="2560419"/>
          <a:ext cx="7429499" cy="102399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F9A8BD-62C5-4C11-AE91-FF254F01CA95}">
      <dsp:nvSpPr>
        <dsp:cNvPr id="0" name=""/>
        <dsp:cNvSpPr/>
      </dsp:nvSpPr>
      <dsp:spPr>
        <a:xfrm>
          <a:off x="309757" y="2790817"/>
          <a:ext cx="563196" cy="5631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DA712B-996C-4C47-BD6D-AB486D9CA438}">
      <dsp:nvSpPr>
        <dsp:cNvPr id="0" name=""/>
        <dsp:cNvSpPr/>
      </dsp:nvSpPr>
      <dsp:spPr>
        <a:xfrm>
          <a:off x="1182711" y="2560419"/>
          <a:ext cx="6246787" cy="1023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373" tIns="108373" rIns="108373" bIns="108373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Docker: Contenerización para pruebas locales y empaquetado de Lambdas complejas.</a:t>
          </a:r>
        </a:p>
      </dsp:txBody>
      <dsp:txXfrm>
        <a:off x="1182711" y="2560419"/>
        <a:ext cx="6246787" cy="10239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529177-7E03-484D-A8F0-5B6129A01FD2}">
      <dsp:nvSpPr>
        <dsp:cNvPr id="0" name=""/>
        <dsp:cNvSpPr/>
      </dsp:nvSpPr>
      <dsp:spPr>
        <a:xfrm>
          <a:off x="0" y="1487"/>
          <a:ext cx="7429499" cy="75407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7F25CF-021C-4162-B020-62E92E992BA3}">
      <dsp:nvSpPr>
        <dsp:cNvPr id="0" name=""/>
        <dsp:cNvSpPr/>
      </dsp:nvSpPr>
      <dsp:spPr>
        <a:xfrm>
          <a:off x="228108" y="171155"/>
          <a:ext cx="414743" cy="4147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F9C794-5EDB-4DF1-9281-D76D69D01355}">
      <dsp:nvSpPr>
        <dsp:cNvPr id="0" name=""/>
        <dsp:cNvSpPr/>
      </dsp:nvSpPr>
      <dsp:spPr>
        <a:xfrm>
          <a:off x="870961" y="1487"/>
          <a:ext cx="6558537" cy="754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07" tIns="79807" rIns="79807" bIns="7980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EC2 + ELB: EC2 para hosting del frontend y microservicios (/auth, /files, /credentials).</a:t>
          </a:r>
        </a:p>
      </dsp:txBody>
      <dsp:txXfrm>
        <a:off x="870961" y="1487"/>
        <a:ext cx="6558537" cy="754078"/>
      </dsp:txXfrm>
    </dsp:sp>
    <dsp:sp modelId="{D5F67938-26DD-4FE0-9627-27F58AF8FCCE}">
      <dsp:nvSpPr>
        <dsp:cNvPr id="0" name=""/>
        <dsp:cNvSpPr/>
      </dsp:nvSpPr>
      <dsp:spPr>
        <a:xfrm>
          <a:off x="0" y="944086"/>
          <a:ext cx="7429499" cy="75407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DED1DF-C3BD-4C17-A99B-67CB1C425E92}">
      <dsp:nvSpPr>
        <dsp:cNvPr id="0" name=""/>
        <dsp:cNvSpPr/>
      </dsp:nvSpPr>
      <dsp:spPr>
        <a:xfrm>
          <a:off x="228108" y="1113754"/>
          <a:ext cx="414743" cy="4147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03EB63-0249-455C-975E-A9A9C926AB6E}">
      <dsp:nvSpPr>
        <dsp:cNvPr id="0" name=""/>
        <dsp:cNvSpPr/>
      </dsp:nvSpPr>
      <dsp:spPr>
        <a:xfrm>
          <a:off x="870961" y="944086"/>
          <a:ext cx="6558537" cy="754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07" tIns="79807" rIns="79807" bIns="7980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Load Balancer: Balanceo de tráfico y alta disponibilidad.</a:t>
          </a:r>
        </a:p>
      </dsp:txBody>
      <dsp:txXfrm>
        <a:off x="870961" y="944086"/>
        <a:ext cx="6558537" cy="754078"/>
      </dsp:txXfrm>
    </dsp:sp>
    <dsp:sp modelId="{CF3A96E4-9660-4B34-BBFF-C6D76C6D7117}">
      <dsp:nvSpPr>
        <dsp:cNvPr id="0" name=""/>
        <dsp:cNvSpPr/>
      </dsp:nvSpPr>
      <dsp:spPr>
        <a:xfrm>
          <a:off x="0" y="1886684"/>
          <a:ext cx="7429499" cy="75407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6C5F06-5ACD-4080-A187-EA51F0CE8011}">
      <dsp:nvSpPr>
        <dsp:cNvPr id="0" name=""/>
        <dsp:cNvSpPr/>
      </dsp:nvSpPr>
      <dsp:spPr>
        <a:xfrm>
          <a:off x="228108" y="2056352"/>
          <a:ext cx="414743" cy="4147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A7DF90-DF37-4372-918B-B97314A8ED34}">
      <dsp:nvSpPr>
        <dsp:cNvPr id="0" name=""/>
        <dsp:cNvSpPr/>
      </dsp:nvSpPr>
      <dsp:spPr>
        <a:xfrm>
          <a:off x="870961" y="1886684"/>
          <a:ext cx="6558537" cy="754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07" tIns="79807" rIns="79807" bIns="7980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RDS (MySQL/Aurora): Almacenamiento de usuarios, metadatos y contraseñas cifradas.</a:t>
          </a:r>
        </a:p>
      </dsp:txBody>
      <dsp:txXfrm>
        <a:off x="870961" y="1886684"/>
        <a:ext cx="6558537" cy="754078"/>
      </dsp:txXfrm>
    </dsp:sp>
    <dsp:sp modelId="{1C47C4CA-8AD1-4140-A722-CB9FAF8F0952}">
      <dsp:nvSpPr>
        <dsp:cNvPr id="0" name=""/>
        <dsp:cNvSpPr/>
      </dsp:nvSpPr>
      <dsp:spPr>
        <a:xfrm>
          <a:off x="0" y="2829283"/>
          <a:ext cx="7429499" cy="75407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FED32C-8E5D-426E-8C2E-4E748C0D399A}">
      <dsp:nvSpPr>
        <dsp:cNvPr id="0" name=""/>
        <dsp:cNvSpPr/>
      </dsp:nvSpPr>
      <dsp:spPr>
        <a:xfrm>
          <a:off x="228108" y="2998951"/>
          <a:ext cx="414743" cy="41474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EFCAF8-E83D-43DB-9A1D-0C4369B8A4E1}">
      <dsp:nvSpPr>
        <dsp:cNvPr id="0" name=""/>
        <dsp:cNvSpPr/>
      </dsp:nvSpPr>
      <dsp:spPr>
        <a:xfrm>
          <a:off x="870961" y="2829283"/>
          <a:ext cx="6558537" cy="754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07" tIns="79807" rIns="79807" bIns="7980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S3: Almacenamiento de archivos de usuario organizados por carpeta.</a:t>
          </a:r>
        </a:p>
      </dsp:txBody>
      <dsp:txXfrm>
        <a:off x="870961" y="2829283"/>
        <a:ext cx="6558537" cy="7540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397220-E1F0-4F80-A4F9-EAC0C1E11429}">
      <dsp:nvSpPr>
        <dsp:cNvPr id="0" name=""/>
        <dsp:cNvSpPr/>
      </dsp:nvSpPr>
      <dsp:spPr>
        <a:xfrm>
          <a:off x="0" y="0"/>
          <a:ext cx="5943600" cy="77917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Rekognition: Registro y verificación facial.</a:t>
          </a:r>
        </a:p>
      </dsp:txBody>
      <dsp:txXfrm>
        <a:off x="22821" y="22821"/>
        <a:ext cx="5036967" cy="733534"/>
      </dsp:txXfrm>
    </dsp:sp>
    <dsp:sp modelId="{EA596333-A2D4-4DFE-939A-9FFC8B9D1EDD}">
      <dsp:nvSpPr>
        <dsp:cNvPr id="0" name=""/>
        <dsp:cNvSpPr/>
      </dsp:nvSpPr>
      <dsp:spPr>
        <a:xfrm>
          <a:off x="497776" y="920845"/>
          <a:ext cx="5943600" cy="779176"/>
        </a:xfrm>
        <a:prstGeom prst="roundRect">
          <a:avLst>
            <a:gd name="adj" fmla="val 10000"/>
          </a:avLst>
        </a:prstGeom>
        <a:solidFill>
          <a:schemeClr val="accent2">
            <a:hueOff val="-489677"/>
            <a:satOff val="-10832"/>
            <a:lumOff val="-2157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Translate: </a:t>
          </a:r>
          <a:r>
            <a:rPr lang="en-US" sz="2200" kern="1200" dirty="0" err="1"/>
            <a:t>Traducción</a:t>
          </a:r>
          <a:r>
            <a:rPr lang="en-US" sz="2200" kern="1200" dirty="0"/>
            <a:t> neuronal de </a:t>
          </a:r>
          <a:r>
            <a:rPr lang="en-US" sz="2200" kern="1200" dirty="0" err="1"/>
            <a:t>etiquetas</a:t>
          </a:r>
          <a:r>
            <a:rPr lang="en-US" sz="2200" kern="1200" dirty="0"/>
            <a:t>.</a:t>
          </a:r>
        </a:p>
      </dsp:txBody>
      <dsp:txXfrm>
        <a:off x="520597" y="943666"/>
        <a:ext cx="4893716" cy="733534"/>
      </dsp:txXfrm>
    </dsp:sp>
    <dsp:sp modelId="{2B684424-1BE3-4A13-AA18-9264012CC84F}">
      <dsp:nvSpPr>
        <dsp:cNvPr id="0" name=""/>
        <dsp:cNvSpPr/>
      </dsp:nvSpPr>
      <dsp:spPr>
        <a:xfrm>
          <a:off x="988123" y="1841690"/>
          <a:ext cx="5943600" cy="779176"/>
        </a:xfrm>
        <a:prstGeom prst="roundRect">
          <a:avLst>
            <a:gd name="adj" fmla="val 10000"/>
          </a:avLst>
        </a:prstGeom>
        <a:solidFill>
          <a:schemeClr val="accent2">
            <a:hueOff val="-979354"/>
            <a:satOff val="-21663"/>
            <a:lumOff val="-4313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Polly: Síntesis de voz para accesibilidad.</a:t>
          </a:r>
        </a:p>
      </dsp:txBody>
      <dsp:txXfrm>
        <a:off x="1010944" y="1864511"/>
        <a:ext cx="4901146" cy="733534"/>
      </dsp:txXfrm>
    </dsp:sp>
    <dsp:sp modelId="{CF32BD4B-CA6B-4277-8289-BEC289B7DF95}">
      <dsp:nvSpPr>
        <dsp:cNvPr id="0" name=""/>
        <dsp:cNvSpPr/>
      </dsp:nvSpPr>
      <dsp:spPr>
        <a:xfrm>
          <a:off x="1485899" y="2762535"/>
          <a:ext cx="5943600" cy="779176"/>
        </a:xfrm>
        <a:prstGeom prst="roundRect">
          <a:avLst>
            <a:gd name="adj" fmla="val 10000"/>
          </a:avLst>
        </a:prstGeom>
        <a:solidFill>
          <a:schemeClr val="accent2">
            <a:hueOff val="-1469031"/>
            <a:satOff val="-32495"/>
            <a:lumOff val="-647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Secrets Manager: </a:t>
          </a:r>
          <a:r>
            <a:rPr lang="en-US" sz="2200" kern="1200" dirty="0" err="1"/>
            <a:t>Gestión</a:t>
          </a:r>
          <a:r>
            <a:rPr lang="en-US" sz="2200" kern="1200" dirty="0"/>
            <a:t> </a:t>
          </a:r>
          <a:r>
            <a:rPr lang="en-US" sz="2200" kern="1200" dirty="0" err="1"/>
            <a:t>centralizada</a:t>
          </a:r>
          <a:r>
            <a:rPr lang="en-US" sz="2200" kern="1200" dirty="0"/>
            <a:t> y </a:t>
          </a:r>
          <a:r>
            <a:rPr lang="en-US" sz="2200" kern="1200" dirty="0" err="1"/>
            <a:t>cifrado</a:t>
          </a:r>
          <a:r>
            <a:rPr lang="en-US" sz="2200" kern="1200" dirty="0"/>
            <a:t> de claves y </a:t>
          </a:r>
          <a:r>
            <a:rPr lang="en-US" sz="2200" kern="1200" dirty="0" err="1"/>
            <a:t>contraseñas</a:t>
          </a:r>
          <a:r>
            <a:rPr lang="en-US" sz="2200" kern="1200" dirty="0"/>
            <a:t>.</a:t>
          </a:r>
        </a:p>
      </dsp:txBody>
      <dsp:txXfrm>
        <a:off x="1508720" y="2785356"/>
        <a:ext cx="4893716" cy="733534"/>
      </dsp:txXfrm>
    </dsp:sp>
    <dsp:sp modelId="{42A86840-1A04-461B-8734-F0244B07CB37}">
      <dsp:nvSpPr>
        <dsp:cNvPr id="0" name=""/>
        <dsp:cNvSpPr/>
      </dsp:nvSpPr>
      <dsp:spPr>
        <a:xfrm>
          <a:off x="5437135" y="596778"/>
          <a:ext cx="506464" cy="50646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5551089" y="596778"/>
        <a:ext cx="278556" cy="381114"/>
      </dsp:txXfrm>
    </dsp:sp>
    <dsp:sp modelId="{5F6A143D-A508-448E-9781-00F0E6B67B7C}">
      <dsp:nvSpPr>
        <dsp:cNvPr id="0" name=""/>
        <dsp:cNvSpPr/>
      </dsp:nvSpPr>
      <dsp:spPr>
        <a:xfrm>
          <a:off x="5934911" y="1517623"/>
          <a:ext cx="506464" cy="50646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597868"/>
            <a:satOff val="-21282"/>
            <a:lumOff val="-1353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597868"/>
              <a:satOff val="-21282"/>
              <a:lumOff val="-1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6048865" y="1517623"/>
        <a:ext cx="278556" cy="381114"/>
      </dsp:txXfrm>
    </dsp:sp>
    <dsp:sp modelId="{E8C7BFE3-F0B2-473F-931F-04B70B81AE30}">
      <dsp:nvSpPr>
        <dsp:cNvPr id="0" name=""/>
        <dsp:cNvSpPr/>
      </dsp:nvSpPr>
      <dsp:spPr>
        <a:xfrm>
          <a:off x="6425258" y="2438468"/>
          <a:ext cx="506464" cy="50646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195736"/>
            <a:satOff val="-42564"/>
            <a:lumOff val="-2706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1195736"/>
              <a:satOff val="-42564"/>
              <a:lumOff val="-27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6539212" y="2438468"/>
        <a:ext cx="278556" cy="3811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51B9F2-DE8A-4B24-AB19-A0F4E31E9D78}">
      <dsp:nvSpPr>
        <dsp:cNvPr id="0" name=""/>
        <dsp:cNvSpPr/>
      </dsp:nvSpPr>
      <dsp:spPr>
        <a:xfrm>
          <a:off x="0" y="0"/>
          <a:ext cx="5943599" cy="7886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Flujo de registro y autenticación</a:t>
          </a:r>
        </a:p>
      </dsp:txBody>
      <dsp:txXfrm>
        <a:off x="23099" y="23099"/>
        <a:ext cx="5025924" cy="742469"/>
      </dsp:txXfrm>
    </dsp:sp>
    <dsp:sp modelId="{7AD1AF9B-9166-4C99-ACFC-B7F1F69A32D5}">
      <dsp:nvSpPr>
        <dsp:cNvPr id="0" name=""/>
        <dsp:cNvSpPr/>
      </dsp:nvSpPr>
      <dsp:spPr>
        <a:xfrm>
          <a:off x="497776" y="932061"/>
          <a:ext cx="5943599" cy="7886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489677"/>
                <a:satOff val="-10832"/>
                <a:lumOff val="-2157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489677"/>
                <a:satOff val="-10832"/>
                <a:lumOff val="-2157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Gestión de contraseñas: cifrado en repositorio seguro</a:t>
          </a:r>
        </a:p>
      </dsp:txBody>
      <dsp:txXfrm>
        <a:off x="520875" y="955160"/>
        <a:ext cx="4886991" cy="742469"/>
      </dsp:txXfrm>
    </dsp:sp>
    <dsp:sp modelId="{2F475A0A-B082-4703-BE03-AC83551B8282}">
      <dsp:nvSpPr>
        <dsp:cNvPr id="0" name=""/>
        <dsp:cNvSpPr/>
      </dsp:nvSpPr>
      <dsp:spPr>
        <a:xfrm>
          <a:off x="988123" y="1864122"/>
          <a:ext cx="5943599" cy="7886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979354"/>
                <a:satOff val="-21663"/>
                <a:lumOff val="-4313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979354"/>
                <a:satOff val="-21663"/>
                <a:lumOff val="-4313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Almacenamiento de documentos: S3 + metadatos en RDS</a:t>
          </a:r>
        </a:p>
      </dsp:txBody>
      <dsp:txXfrm>
        <a:off x="1011222" y="1887221"/>
        <a:ext cx="4894420" cy="742468"/>
      </dsp:txXfrm>
    </dsp:sp>
    <dsp:sp modelId="{04F64342-E04F-4EAB-AFB2-6A779539C5D8}">
      <dsp:nvSpPr>
        <dsp:cNvPr id="0" name=""/>
        <dsp:cNvSpPr/>
      </dsp:nvSpPr>
      <dsp:spPr>
        <a:xfrm>
          <a:off x="1485899" y="2796183"/>
          <a:ext cx="5943599" cy="7886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469031"/>
                <a:satOff val="-32495"/>
                <a:lumOff val="-647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1469031"/>
                <a:satOff val="-32495"/>
                <a:lumOff val="-647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Accesibilidad: traducción y lectura en voz alta</a:t>
          </a:r>
        </a:p>
      </dsp:txBody>
      <dsp:txXfrm>
        <a:off x="1508998" y="2819282"/>
        <a:ext cx="4886991" cy="742468"/>
      </dsp:txXfrm>
    </dsp:sp>
    <dsp:sp modelId="{49B73EC2-F526-437B-95E9-986E914679C9}">
      <dsp:nvSpPr>
        <dsp:cNvPr id="0" name=""/>
        <dsp:cNvSpPr/>
      </dsp:nvSpPr>
      <dsp:spPr>
        <a:xfrm>
          <a:off x="5430965" y="604047"/>
          <a:ext cx="512633" cy="5126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5546307" y="604047"/>
        <a:ext cx="281949" cy="385756"/>
      </dsp:txXfrm>
    </dsp:sp>
    <dsp:sp modelId="{FEAA2403-5311-4762-ADE2-8F7C8C573EE1}">
      <dsp:nvSpPr>
        <dsp:cNvPr id="0" name=""/>
        <dsp:cNvSpPr/>
      </dsp:nvSpPr>
      <dsp:spPr>
        <a:xfrm>
          <a:off x="5928742" y="1536108"/>
          <a:ext cx="512633" cy="5126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597868"/>
            <a:satOff val="-21282"/>
            <a:lumOff val="-1353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597868"/>
              <a:satOff val="-21282"/>
              <a:lumOff val="-135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6044084" y="1536108"/>
        <a:ext cx="281949" cy="385756"/>
      </dsp:txXfrm>
    </dsp:sp>
    <dsp:sp modelId="{AE37F7B3-3B59-4E6D-8547-056A124B1452}">
      <dsp:nvSpPr>
        <dsp:cNvPr id="0" name=""/>
        <dsp:cNvSpPr/>
      </dsp:nvSpPr>
      <dsp:spPr>
        <a:xfrm>
          <a:off x="6419089" y="2468169"/>
          <a:ext cx="512633" cy="5126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195736"/>
            <a:satOff val="-42564"/>
            <a:lumOff val="-2706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1195736"/>
              <a:satOff val="-42564"/>
              <a:lumOff val="-270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6534431" y="2468169"/>
        <a:ext cx="281949" cy="38575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800288-16F6-4495-BBB5-1FE39820A47A}">
      <dsp:nvSpPr>
        <dsp:cNvPr id="0" name=""/>
        <dsp:cNvSpPr/>
      </dsp:nvSpPr>
      <dsp:spPr>
        <a:xfrm>
          <a:off x="702168" y="737922"/>
          <a:ext cx="968329" cy="9683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DF7630-DED9-4737-91B0-BD9759CAB49F}">
      <dsp:nvSpPr>
        <dsp:cNvPr id="0" name=""/>
        <dsp:cNvSpPr/>
      </dsp:nvSpPr>
      <dsp:spPr>
        <a:xfrm>
          <a:off x="110411" y="2016289"/>
          <a:ext cx="2151843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Lambda: </a:t>
          </a:r>
          <a:r>
            <a:rPr lang="en-US" sz="1100" kern="1200" dirty="0" err="1"/>
            <a:t>Ejecución</a:t>
          </a:r>
          <a:r>
            <a:rPr lang="en-US" sz="1100" kern="1200" dirty="0"/>
            <a:t> de </a:t>
          </a:r>
          <a:r>
            <a:rPr lang="en-US" sz="1100" kern="1200" dirty="0" err="1"/>
            <a:t>código</a:t>
          </a:r>
          <a:r>
            <a:rPr lang="en-US" sz="1100" kern="1200" dirty="0"/>
            <a:t> serverless. Uso para CRUD y </a:t>
          </a:r>
          <a:r>
            <a:rPr lang="en-US" sz="1100" kern="1200" dirty="0" err="1"/>
            <a:t>llamadas</a:t>
          </a:r>
          <a:r>
            <a:rPr lang="en-US" sz="1100" kern="1200" dirty="0"/>
            <a:t> a </a:t>
          </a:r>
          <a:r>
            <a:rPr lang="en-US" sz="1100" kern="1200" dirty="0" err="1"/>
            <a:t>servicios</a:t>
          </a:r>
          <a:r>
            <a:rPr lang="en-US" sz="1100" kern="1200" dirty="0"/>
            <a:t>. </a:t>
          </a:r>
          <a:r>
            <a:rPr lang="en-US" sz="1100" kern="1200" dirty="0" err="1"/>
            <a:t>Modelo</a:t>
          </a:r>
          <a:r>
            <a:rPr lang="en-US" sz="1100" kern="1200" dirty="0"/>
            <a:t>: $0.20 </a:t>
          </a:r>
          <a:r>
            <a:rPr lang="en-US" sz="1100" kern="1200" dirty="0" err="1"/>
            <a:t>por</a:t>
          </a:r>
          <a:r>
            <a:rPr lang="en-US" sz="1100" kern="1200" dirty="0"/>
            <a:t> 1 M solicitudes + $0.00001667 </a:t>
          </a:r>
          <a:r>
            <a:rPr lang="en-US" sz="1100" kern="1200" dirty="0" err="1"/>
            <a:t>por</a:t>
          </a:r>
          <a:r>
            <a:rPr lang="en-US" sz="1100" kern="1200" dirty="0"/>
            <a:t> GB‑</a:t>
          </a:r>
          <a:r>
            <a:rPr lang="en-US" sz="1100" kern="1200" dirty="0" err="1"/>
            <a:t>segundo</a:t>
          </a:r>
          <a:r>
            <a:rPr lang="en-US" sz="1100" kern="1200" dirty="0"/>
            <a:t>.</a:t>
          </a:r>
        </a:p>
      </dsp:txBody>
      <dsp:txXfrm>
        <a:off x="110411" y="2016289"/>
        <a:ext cx="2151843" cy="787500"/>
      </dsp:txXfrm>
    </dsp:sp>
    <dsp:sp modelId="{575FEBA7-1CE0-4C80-A624-B728A47395CB}">
      <dsp:nvSpPr>
        <dsp:cNvPr id="0" name=""/>
        <dsp:cNvSpPr/>
      </dsp:nvSpPr>
      <dsp:spPr>
        <a:xfrm>
          <a:off x="3230585" y="737922"/>
          <a:ext cx="968329" cy="9683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8E57E5-FABD-418D-A26A-314C61A5C3D3}">
      <dsp:nvSpPr>
        <dsp:cNvPr id="0" name=""/>
        <dsp:cNvSpPr/>
      </dsp:nvSpPr>
      <dsp:spPr>
        <a:xfrm>
          <a:off x="2638828" y="2016289"/>
          <a:ext cx="2151843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API Gateway: Gestión de APIs REST. Modelo: $3.50 por millón de peticiones.</a:t>
          </a:r>
          <a:endParaRPr lang="en-US" sz="1100" kern="1200" dirty="0"/>
        </a:p>
      </dsp:txBody>
      <dsp:txXfrm>
        <a:off x="2638828" y="2016289"/>
        <a:ext cx="2151843" cy="787500"/>
      </dsp:txXfrm>
    </dsp:sp>
    <dsp:sp modelId="{1121ACB3-12D6-4656-B7D1-477E7EC95D64}">
      <dsp:nvSpPr>
        <dsp:cNvPr id="0" name=""/>
        <dsp:cNvSpPr/>
      </dsp:nvSpPr>
      <dsp:spPr>
        <a:xfrm>
          <a:off x="5759001" y="737922"/>
          <a:ext cx="968329" cy="9683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4B13E5-DAE0-4127-A5D2-9C28B3A234E5}">
      <dsp:nvSpPr>
        <dsp:cNvPr id="0" name=""/>
        <dsp:cNvSpPr/>
      </dsp:nvSpPr>
      <dsp:spPr>
        <a:xfrm>
          <a:off x="5167244" y="2016289"/>
          <a:ext cx="2151843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Docker: Contenerización y pruebas locales.</a:t>
          </a:r>
        </a:p>
      </dsp:txBody>
      <dsp:txXfrm>
        <a:off x="5167244" y="2016289"/>
        <a:ext cx="2151843" cy="7875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4BE2C2-6106-408B-A286-06477B497E4F}">
      <dsp:nvSpPr>
        <dsp:cNvPr id="0" name=""/>
        <dsp:cNvSpPr/>
      </dsp:nvSpPr>
      <dsp:spPr>
        <a:xfrm>
          <a:off x="37425" y="330564"/>
          <a:ext cx="973665" cy="97366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9897D1-CF5D-4B5E-8452-99019E307077}">
      <dsp:nvSpPr>
        <dsp:cNvPr id="0" name=""/>
        <dsp:cNvSpPr/>
      </dsp:nvSpPr>
      <dsp:spPr>
        <a:xfrm>
          <a:off x="241895" y="535033"/>
          <a:ext cx="564725" cy="5647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D4B586-3A12-4870-8C74-B123EC8411DB}">
      <dsp:nvSpPr>
        <dsp:cNvPr id="0" name=""/>
        <dsp:cNvSpPr/>
      </dsp:nvSpPr>
      <dsp:spPr>
        <a:xfrm>
          <a:off x="1219733" y="330564"/>
          <a:ext cx="2295067" cy="973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EC2: Máquinas virtuales en la nube para endpoints.</a:t>
          </a:r>
        </a:p>
      </dsp:txBody>
      <dsp:txXfrm>
        <a:off x="1219733" y="330564"/>
        <a:ext cx="2295067" cy="973665"/>
      </dsp:txXfrm>
    </dsp:sp>
    <dsp:sp modelId="{B70E0D23-D0E5-4371-9A1C-7B51CD37D078}">
      <dsp:nvSpPr>
        <dsp:cNvPr id="0" name=""/>
        <dsp:cNvSpPr/>
      </dsp:nvSpPr>
      <dsp:spPr>
        <a:xfrm>
          <a:off x="3914699" y="330564"/>
          <a:ext cx="973665" cy="97366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31CC87-6DB5-44EA-868B-46660E906894}">
      <dsp:nvSpPr>
        <dsp:cNvPr id="0" name=""/>
        <dsp:cNvSpPr/>
      </dsp:nvSpPr>
      <dsp:spPr>
        <a:xfrm>
          <a:off x="4119168" y="535033"/>
          <a:ext cx="564725" cy="5647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6E5C41-E5E3-4E4E-91A3-ABD28A4141FA}">
      <dsp:nvSpPr>
        <dsp:cNvPr id="0" name=""/>
        <dsp:cNvSpPr/>
      </dsp:nvSpPr>
      <dsp:spPr>
        <a:xfrm>
          <a:off x="5097006" y="330564"/>
          <a:ext cx="2295067" cy="973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ELB: Balanceo de tráfico y escalabilidad.</a:t>
          </a:r>
        </a:p>
      </dsp:txBody>
      <dsp:txXfrm>
        <a:off x="5097006" y="330564"/>
        <a:ext cx="2295067" cy="973665"/>
      </dsp:txXfrm>
    </dsp:sp>
    <dsp:sp modelId="{ECDF5CF9-E355-4A6A-802B-AD9DAEA1B007}">
      <dsp:nvSpPr>
        <dsp:cNvPr id="0" name=""/>
        <dsp:cNvSpPr/>
      </dsp:nvSpPr>
      <dsp:spPr>
        <a:xfrm>
          <a:off x="37425" y="1838491"/>
          <a:ext cx="973665" cy="97366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743D31-9DF3-4B29-A201-1116935990A9}">
      <dsp:nvSpPr>
        <dsp:cNvPr id="0" name=""/>
        <dsp:cNvSpPr/>
      </dsp:nvSpPr>
      <dsp:spPr>
        <a:xfrm>
          <a:off x="241895" y="2042961"/>
          <a:ext cx="564725" cy="5647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1E6C42-0394-4CC2-A824-3759401AC465}">
      <dsp:nvSpPr>
        <dsp:cNvPr id="0" name=""/>
        <dsp:cNvSpPr/>
      </dsp:nvSpPr>
      <dsp:spPr>
        <a:xfrm>
          <a:off x="1219733" y="1838491"/>
          <a:ext cx="2295067" cy="973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RDS: Base de datos relacional MySQL/Aurora.</a:t>
          </a:r>
        </a:p>
      </dsp:txBody>
      <dsp:txXfrm>
        <a:off x="1219733" y="1838491"/>
        <a:ext cx="2295067" cy="973665"/>
      </dsp:txXfrm>
    </dsp:sp>
    <dsp:sp modelId="{A410E3B5-6826-4157-B19A-79D3EA303A13}">
      <dsp:nvSpPr>
        <dsp:cNvPr id="0" name=""/>
        <dsp:cNvSpPr/>
      </dsp:nvSpPr>
      <dsp:spPr>
        <a:xfrm>
          <a:off x="3914699" y="1838491"/>
          <a:ext cx="973665" cy="97366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52494A-8C5E-4A3A-9948-3405FFB11A68}">
      <dsp:nvSpPr>
        <dsp:cNvPr id="0" name=""/>
        <dsp:cNvSpPr/>
      </dsp:nvSpPr>
      <dsp:spPr>
        <a:xfrm>
          <a:off x="4119168" y="2042961"/>
          <a:ext cx="564725" cy="56472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DF46C7-AD1D-4377-8D64-8C4C2B6E86B6}">
      <dsp:nvSpPr>
        <dsp:cNvPr id="0" name=""/>
        <dsp:cNvSpPr/>
      </dsp:nvSpPr>
      <dsp:spPr>
        <a:xfrm>
          <a:off x="5097006" y="1838491"/>
          <a:ext cx="2295067" cy="973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S3: Almacenamiento de objetos estático y dinámica.</a:t>
          </a:r>
        </a:p>
      </dsp:txBody>
      <dsp:txXfrm>
        <a:off x="5097006" y="1838491"/>
        <a:ext cx="2295067" cy="97366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25B27C-279A-4D41-9F80-803B4CFD591C}">
      <dsp:nvSpPr>
        <dsp:cNvPr id="0" name=""/>
        <dsp:cNvSpPr/>
      </dsp:nvSpPr>
      <dsp:spPr>
        <a:xfrm>
          <a:off x="819856" y="348"/>
          <a:ext cx="2757040" cy="16542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Rekognition: Visión computacional para reconocimiento facial.</a:t>
          </a:r>
        </a:p>
      </dsp:txBody>
      <dsp:txXfrm>
        <a:off x="819856" y="348"/>
        <a:ext cx="2757040" cy="1654224"/>
      </dsp:txXfrm>
    </dsp:sp>
    <dsp:sp modelId="{AC4E8877-0BC8-4775-873E-7723F8AF14F1}">
      <dsp:nvSpPr>
        <dsp:cNvPr id="0" name=""/>
        <dsp:cNvSpPr/>
      </dsp:nvSpPr>
      <dsp:spPr>
        <a:xfrm>
          <a:off x="3852601" y="348"/>
          <a:ext cx="2757040" cy="165422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Translate: Traducción automática neuronal.</a:t>
          </a:r>
        </a:p>
      </dsp:txBody>
      <dsp:txXfrm>
        <a:off x="3852601" y="348"/>
        <a:ext cx="2757040" cy="1654224"/>
      </dsp:txXfrm>
    </dsp:sp>
    <dsp:sp modelId="{448C39AF-F21C-4A7C-BCBF-F7A1506D2ACB}">
      <dsp:nvSpPr>
        <dsp:cNvPr id="0" name=""/>
        <dsp:cNvSpPr/>
      </dsp:nvSpPr>
      <dsp:spPr>
        <a:xfrm>
          <a:off x="819856" y="1930277"/>
          <a:ext cx="2757040" cy="165422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Polly: Síntesis de voz natural.</a:t>
          </a:r>
        </a:p>
      </dsp:txBody>
      <dsp:txXfrm>
        <a:off x="819856" y="1930277"/>
        <a:ext cx="2757040" cy="1654224"/>
      </dsp:txXfrm>
    </dsp:sp>
    <dsp:sp modelId="{E5A82233-F3A4-4F7B-A6DC-20699A2A8E62}">
      <dsp:nvSpPr>
        <dsp:cNvPr id="0" name=""/>
        <dsp:cNvSpPr/>
      </dsp:nvSpPr>
      <dsp:spPr>
        <a:xfrm>
          <a:off x="3852601" y="1930277"/>
          <a:ext cx="2757040" cy="165422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Secrets Manager: Gestión y cifrado de secretos.</a:t>
          </a:r>
        </a:p>
      </dsp:txBody>
      <dsp:txXfrm>
        <a:off x="3852601" y="1930277"/>
        <a:ext cx="2757040" cy="16542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98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74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312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98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182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6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37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091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392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03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81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0809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425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4877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8353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5008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49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6681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1C6D790-69F0-40CA-813A-84D724D1C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48476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ound Diagonal Corner Rectangle 7">
            <a:extLst>
              <a:ext uri="{FF2B5EF4-FFF2-40B4-BE49-F238E27FC236}">
                <a16:creationId xmlns:a16="http://schemas.microsoft.com/office/drawing/2014/main" id="{F5A78137-DBB7-4A93-98AC-5606814E2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0504" y="806450"/>
            <a:ext cx="6989607" cy="4502149"/>
          </a:xfrm>
          <a:prstGeom prst="round2DiagRect">
            <a:avLst>
              <a:gd name="adj1" fmla="val 7929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srgbClr val="092338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3858" y="1125511"/>
            <a:ext cx="5351675" cy="2656971"/>
          </a:xfrm>
        </p:spPr>
        <p:txBody>
          <a:bodyPr>
            <a:normAutofit/>
          </a:bodyPr>
          <a:lstStyle/>
          <a:p>
            <a:r>
              <a:rPr lang="es-MX" sz="3600">
                <a:solidFill>
                  <a:srgbClr val="FFFFFF"/>
                </a:solidFill>
              </a:rPr>
              <a:t>Lockify: Almacenamiento seguro de contraseñas y documentos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2963" y="3950229"/>
            <a:ext cx="5352570" cy="1204383"/>
          </a:xfrm>
        </p:spPr>
        <p:txBody>
          <a:bodyPr>
            <a:normAutofit/>
          </a:bodyPr>
          <a:lstStyle/>
          <a:p>
            <a:r>
              <a:rPr lang="es-MX" sz="1600" dirty="0">
                <a:solidFill>
                  <a:srgbClr val="FFFFFF"/>
                </a:solidFill>
              </a:rPr>
              <a:t>Innovación en gestión personal de credenciales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AE4726C-1831-4FE3-9A11-227F0DC2F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4002" cy="6858001"/>
            <a:chOff x="0" y="-1"/>
            <a:chExt cx="12192003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B651D7F7-8C54-448E-A268-1CBFAD87D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E3B56E94-40E1-489A-98B2-A3238D66A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7522" y="618518"/>
            <a:ext cx="4538035" cy="1478570"/>
          </a:xfrm>
        </p:spPr>
        <p:txBody>
          <a:bodyPr>
            <a:normAutofit/>
          </a:bodyPr>
          <a:lstStyle/>
          <a:p>
            <a:r>
              <a:t>Descripción del proyecto</a:t>
            </a:r>
          </a:p>
        </p:txBody>
      </p:sp>
      <p:pic>
        <p:nvPicPr>
          <p:cNvPr id="5" name="Picture 4" descr="Script de ordenador en una pantalla">
            <a:extLst>
              <a:ext uri="{FF2B5EF4-FFF2-40B4-BE49-F238E27FC236}">
                <a16:creationId xmlns:a16="http://schemas.microsoft.com/office/drawing/2014/main" id="{8BAAE226-F637-AB70-8960-3EEA00C792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194" r="52966" b="-1"/>
          <a:stretch/>
        </p:blipFill>
        <p:spPr>
          <a:xfrm>
            <a:off x="-4197" y="10"/>
            <a:ext cx="3476686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916825F-759B-4F1A-BA80-AF7137691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F64541-DE3B-4DBB-84E1-907956469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9175DCC0-514A-4CA1-AD9A-1BB0FFF1B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10371924-94D9-48AF-9D5B-6471775B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C964FF9-A41A-438C-A22B-62690C98F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61716CD6-1875-4567-B3E2-364CD0960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31A293D3-7189-453D-AB91-1291AAFF3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87CB4EFE-58B3-4326-9CFB-A2AFADDFA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249CF4D3-B5A3-4287-BC9D-E9BB8FA6E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4D2515F2-4D11-41AF-A6B1-7D084BEA9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331BCBF4-0DC2-426E-84B3-AE38E403C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EC8AF156-0BE9-437D-A83B-87364146D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AC8CB256-3F62-4406-88F5-CE2421FF2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F3E812EB-415E-4B60-B0FB-65386882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EB4C95D7-8E6D-45EC-8CA1-9123D718E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83F62FD2-2F62-4495-997C-8BD7F95AB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B7DFE0F9-22A3-4846-8D4E-0D193BD32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244DAF25-7415-491A-9FF6-E04BC2DC2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7ACA3646-863C-4D00-A58A-62C7FE71C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0EA18B38-BD42-45ED-8458-FB205DBC7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45302917-5DBE-4CF2-B52F-478F93FDD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8E61E6FD-D40E-479C-ABE9-2B69AE20D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2F4DEB4F-F824-48D7-AF9B-B5D905DCD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F76CFA02-6090-4464-B573-BCA350C90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51BE8BEC-76C7-41FE-AB76-35194C244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710F61D4-3B34-45A9-B9B7-CE0373AB4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451F080F-4CFB-4626-87CA-BB4CACA1C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667BBD71-2295-4A66-B76C-F82175C2B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B6644DE8-5BD1-4D5F-B245-0D3A21BCE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4DE8FD0-E681-4D9C-85C2-BEA4C2B3A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D46033BD-1026-4388-B926-9D11E1D7C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1FA74D4C-2E28-42C5-A7FA-3C7D6BD8B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FADF7B3F-903C-456C-983E-C9868DDAB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033F8698-1549-44AD-8DAD-0055D7B80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F1BDD4B6-46FD-4048-ADF1-32EADD9E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E7F387A7-B3BF-4B1A-BFCA-2D21AD3DF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9" name="Freeform 40">
              <a:extLst>
                <a:ext uri="{FF2B5EF4-FFF2-40B4-BE49-F238E27FC236}">
                  <a16:creationId xmlns:a16="http://schemas.microsoft.com/office/drawing/2014/main" id="{7A1B6BC8-EA82-459D-A0E0-4EBE394E7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0" name="Freeform 41">
              <a:extLst>
                <a:ext uri="{FF2B5EF4-FFF2-40B4-BE49-F238E27FC236}">
                  <a16:creationId xmlns:a16="http://schemas.microsoft.com/office/drawing/2014/main" id="{8B94E190-DDC2-4545-906F-A1699BD73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1" name="Freeform 42">
              <a:extLst>
                <a:ext uri="{FF2B5EF4-FFF2-40B4-BE49-F238E27FC236}">
                  <a16:creationId xmlns:a16="http://schemas.microsoft.com/office/drawing/2014/main" id="{D9807239-A5BA-4BB3-9194-BCE3B2F21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2" name="Freeform 43">
              <a:extLst>
                <a:ext uri="{FF2B5EF4-FFF2-40B4-BE49-F238E27FC236}">
                  <a16:creationId xmlns:a16="http://schemas.microsoft.com/office/drawing/2014/main" id="{04D300FD-DC53-4375-8981-09EA63BCF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3" name="Freeform 44">
              <a:extLst>
                <a:ext uri="{FF2B5EF4-FFF2-40B4-BE49-F238E27FC236}">
                  <a16:creationId xmlns:a16="http://schemas.microsoft.com/office/drawing/2014/main" id="{1DF83FFD-4C16-41FD-928F-6E88AFC45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5B4BC2F-B667-462B-99D8-0C433124A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5" name="Freeform 46">
              <a:extLst>
                <a:ext uri="{FF2B5EF4-FFF2-40B4-BE49-F238E27FC236}">
                  <a16:creationId xmlns:a16="http://schemas.microsoft.com/office/drawing/2014/main" id="{0CBD9EFB-AC61-4674-B75A-56449003C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6" name="Freeform 47">
              <a:extLst>
                <a:ext uri="{FF2B5EF4-FFF2-40B4-BE49-F238E27FC236}">
                  <a16:creationId xmlns:a16="http://schemas.microsoft.com/office/drawing/2014/main" id="{1AD4BBB0-F6A7-451F-BE09-DF619F38E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7" name="Freeform 48">
              <a:extLst>
                <a:ext uri="{FF2B5EF4-FFF2-40B4-BE49-F238E27FC236}">
                  <a16:creationId xmlns:a16="http://schemas.microsoft.com/office/drawing/2014/main" id="{A258B285-AE5E-473A-AA72-3C95E1D83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8" name="Freeform 49">
              <a:extLst>
                <a:ext uri="{FF2B5EF4-FFF2-40B4-BE49-F238E27FC236}">
                  <a16:creationId xmlns:a16="http://schemas.microsoft.com/office/drawing/2014/main" id="{7BEEDDE5-CB8A-4DF9-858F-4D9462D95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9" name="Freeform 50">
              <a:extLst>
                <a:ext uri="{FF2B5EF4-FFF2-40B4-BE49-F238E27FC236}">
                  <a16:creationId xmlns:a16="http://schemas.microsoft.com/office/drawing/2014/main" id="{DA1C731B-9B66-4D65-BF47-04B118107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60" name="Freeform 51">
              <a:extLst>
                <a:ext uri="{FF2B5EF4-FFF2-40B4-BE49-F238E27FC236}">
                  <a16:creationId xmlns:a16="http://schemas.microsoft.com/office/drawing/2014/main" id="{58DBFEC6-C6DC-4B7A-934F-5A79EC32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61" name="Freeform 52">
              <a:extLst>
                <a:ext uri="{FF2B5EF4-FFF2-40B4-BE49-F238E27FC236}">
                  <a16:creationId xmlns:a16="http://schemas.microsoft.com/office/drawing/2014/main" id="{9948D8CB-2DBE-4E48-98EA-DF9E2666A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62" name="Freeform 53">
              <a:extLst>
                <a:ext uri="{FF2B5EF4-FFF2-40B4-BE49-F238E27FC236}">
                  <a16:creationId xmlns:a16="http://schemas.microsoft.com/office/drawing/2014/main" id="{56AB69F6-9F0B-4AB6-BCA8-AA2FD69E9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63" name="Freeform 54">
              <a:extLst>
                <a:ext uri="{FF2B5EF4-FFF2-40B4-BE49-F238E27FC236}">
                  <a16:creationId xmlns:a16="http://schemas.microsoft.com/office/drawing/2014/main" id="{0E7FB426-288D-4B0B-B73B-10CCC0EF4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64" name="Freeform 55">
              <a:extLst>
                <a:ext uri="{FF2B5EF4-FFF2-40B4-BE49-F238E27FC236}">
                  <a16:creationId xmlns:a16="http://schemas.microsoft.com/office/drawing/2014/main" id="{A5C59C6B-46C9-48C9-9F57-2EE738B53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65" name="Freeform 56">
              <a:extLst>
                <a:ext uri="{FF2B5EF4-FFF2-40B4-BE49-F238E27FC236}">
                  <a16:creationId xmlns:a16="http://schemas.microsoft.com/office/drawing/2014/main" id="{7CE85F33-17DC-4273-B06F-D17109444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66" name="Freeform 57">
              <a:extLst>
                <a:ext uri="{FF2B5EF4-FFF2-40B4-BE49-F238E27FC236}">
                  <a16:creationId xmlns:a16="http://schemas.microsoft.com/office/drawing/2014/main" id="{5CD001CF-F2C4-4810-A8D9-679F9F89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67" name="Freeform 58">
              <a:extLst>
                <a:ext uri="{FF2B5EF4-FFF2-40B4-BE49-F238E27FC236}">
                  <a16:creationId xmlns:a16="http://schemas.microsoft.com/office/drawing/2014/main" id="{69F4BCDD-D153-40D2-8DD1-2509EE0CE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6718" y="2249487"/>
            <a:ext cx="4558840" cy="3541714"/>
          </a:xfrm>
        </p:spPr>
        <p:txBody>
          <a:bodyPr>
            <a:normAutofit/>
          </a:bodyPr>
          <a:lstStyle/>
          <a:p>
            <a:endParaRPr/>
          </a:p>
          <a:p>
            <a:r>
              <a:t>Aplicación web para guardar contraseñas y documentos personales (DPI, pasaporte, títulos).</a:t>
            </a:r>
          </a:p>
          <a:p>
            <a:r>
              <a:t>Usuarios que requieren alta seguridad y accesibilidad.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FDB3AF7-1F52-4FC7-8B5D-4804290ED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33672"/>
            <a:ext cx="9144000" cy="2624329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99983362-16AE-4C35-B8B4-A44269F9A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7B65CB7-C3FE-4A14-B3D0-FCAA23163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9040414" cy="6858001"/>
            <a:chOff x="-14288" y="0"/>
            <a:chExt cx="12053888" cy="685800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337C59-670F-4A54-B796-84E9409F6B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31" name="Rectangle 5">
                <a:extLst>
                  <a:ext uri="{FF2B5EF4-FFF2-40B4-BE49-F238E27FC236}">
                    <a16:creationId xmlns:a16="http://schemas.microsoft.com/office/drawing/2014/main" id="{2184AF08-C10A-46EA-A0FE-588D9A86AA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32" name="Freeform 6">
                <a:extLst>
                  <a:ext uri="{FF2B5EF4-FFF2-40B4-BE49-F238E27FC236}">
                    <a16:creationId xmlns:a16="http://schemas.microsoft.com/office/drawing/2014/main" id="{093E945C-A145-4651-8BF2-810F092BC8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33" name="Freeform 7">
                <a:extLst>
                  <a:ext uri="{FF2B5EF4-FFF2-40B4-BE49-F238E27FC236}">
                    <a16:creationId xmlns:a16="http://schemas.microsoft.com/office/drawing/2014/main" id="{0558A9C1-CCDF-4769-A073-918CB1B64A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34" name="Freeform 8">
                <a:extLst>
                  <a:ext uri="{FF2B5EF4-FFF2-40B4-BE49-F238E27FC236}">
                    <a16:creationId xmlns:a16="http://schemas.microsoft.com/office/drawing/2014/main" id="{B968F6B2-92D9-430B-8BF3-238336654C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35" name="Freeform 9">
                <a:extLst>
                  <a:ext uri="{FF2B5EF4-FFF2-40B4-BE49-F238E27FC236}">
                    <a16:creationId xmlns:a16="http://schemas.microsoft.com/office/drawing/2014/main" id="{7D8EFF8D-2C75-487B-B5A8-B92451D779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36" name="Freeform 10">
                <a:extLst>
                  <a:ext uri="{FF2B5EF4-FFF2-40B4-BE49-F238E27FC236}">
                    <a16:creationId xmlns:a16="http://schemas.microsoft.com/office/drawing/2014/main" id="{2243FD42-6568-40B6-858F-FC2EF397AB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37" name="Freeform 11">
                <a:extLst>
                  <a:ext uri="{FF2B5EF4-FFF2-40B4-BE49-F238E27FC236}">
                    <a16:creationId xmlns:a16="http://schemas.microsoft.com/office/drawing/2014/main" id="{25FD840B-417C-4716-B651-C884AB2449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38" name="Freeform 12">
                <a:extLst>
                  <a:ext uri="{FF2B5EF4-FFF2-40B4-BE49-F238E27FC236}">
                    <a16:creationId xmlns:a16="http://schemas.microsoft.com/office/drawing/2014/main" id="{9A4AA5C8-7365-474D-BD7E-1C8D0E5C86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39" name="Freeform 13">
                <a:extLst>
                  <a:ext uri="{FF2B5EF4-FFF2-40B4-BE49-F238E27FC236}">
                    <a16:creationId xmlns:a16="http://schemas.microsoft.com/office/drawing/2014/main" id="{1028206C-2727-4012-A90B-77D283E19F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40" name="Freeform 14">
                <a:extLst>
                  <a:ext uri="{FF2B5EF4-FFF2-40B4-BE49-F238E27FC236}">
                    <a16:creationId xmlns:a16="http://schemas.microsoft.com/office/drawing/2014/main" id="{C7DC5830-C893-44B1-A077-DC081D0F98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41" name="Freeform 15">
                <a:extLst>
                  <a:ext uri="{FF2B5EF4-FFF2-40B4-BE49-F238E27FC236}">
                    <a16:creationId xmlns:a16="http://schemas.microsoft.com/office/drawing/2014/main" id="{0EFBEC17-9A04-478C-B3D7-F0458FA3E2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42" name="Line 16">
                <a:extLst>
                  <a:ext uri="{FF2B5EF4-FFF2-40B4-BE49-F238E27FC236}">
                    <a16:creationId xmlns:a16="http://schemas.microsoft.com/office/drawing/2014/main" id="{B265112B-A546-46CB-939F-EE5FC64D9A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43" name="Freeform 17">
                <a:extLst>
                  <a:ext uri="{FF2B5EF4-FFF2-40B4-BE49-F238E27FC236}">
                    <a16:creationId xmlns:a16="http://schemas.microsoft.com/office/drawing/2014/main" id="{6B124BA2-F125-4953-B5AA-9AA94587A0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44" name="Freeform 18">
                <a:extLst>
                  <a:ext uri="{FF2B5EF4-FFF2-40B4-BE49-F238E27FC236}">
                    <a16:creationId xmlns:a16="http://schemas.microsoft.com/office/drawing/2014/main" id="{2F2454F3-6600-44C5-BEF0-98B2A48AD8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45" name="Freeform 19">
                <a:extLst>
                  <a:ext uri="{FF2B5EF4-FFF2-40B4-BE49-F238E27FC236}">
                    <a16:creationId xmlns:a16="http://schemas.microsoft.com/office/drawing/2014/main" id="{EB7D5281-9399-49F6-A23A-E29882CE5D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46" name="Freeform 20">
                <a:extLst>
                  <a:ext uri="{FF2B5EF4-FFF2-40B4-BE49-F238E27FC236}">
                    <a16:creationId xmlns:a16="http://schemas.microsoft.com/office/drawing/2014/main" id="{4E063C23-C874-4935-A2EE-D177AC31B1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47" name="Rectangle 21">
                <a:extLst>
                  <a:ext uri="{FF2B5EF4-FFF2-40B4-BE49-F238E27FC236}">
                    <a16:creationId xmlns:a16="http://schemas.microsoft.com/office/drawing/2014/main" id="{9247FC0E-B207-4129-90EE-CF9019EAF8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48" name="Freeform 22">
                <a:extLst>
                  <a:ext uri="{FF2B5EF4-FFF2-40B4-BE49-F238E27FC236}">
                    <a16:creationId xmlns:a16="http://schemas.microsoft.com/office/drawing/2014/main" id="{6D7B9A75-EEE3-45E0-BCD2-AC455BA156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49" name="Freeform 23">
                <a:extLst>
                  <a:ext uri="{FF2B5EF4-FFF2-40B4-BE49-F238E27FC236}">
                    <a16:creationId xmlns:a16="http://schemas.microsoft.com/office/drawing/2014/main" id="{5D858DB7-D775-47E2-BE37-66FEF2DD54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50" name="Freeform 24">
                <a:extLst>
                  <a:ext uri="{FF2B5EF4-FFF2-40B4-BE49-F238E27FC236}">
                    <a16:creationId xmlns:a16="http://schemas.microsoft.com/office/drawing/2014/main" id="{78917B15-CCBE-4FAF-AF82-2E63C5FE40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51" name="Freeform 25">
                <a:extLst>
                  <a:ext uri="{FF2B5EF4-FFF2-40B4-BE49-F238E27FC236}">
                    <a16:creationId xmlns:a16="http://schemas.microsoft.com/office/drawing/2014/main" id="{4E6C3AF2-7797-4A99-B63D-E1CA690733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52" name="Freeform 26">
                <a:extLst>
                  <a:ext uri="{FF2B5EF4-FFF2-40B4-BE49-F238E27FC236}">
                    <a16:creationId xmlns:a16="http://schemas.microsoft.com/office/drawing/2014/main" id="{7A824205-8396-4F7F-AD5C-69BBD4834D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53" name="Freeform 27">
                <a:extLst>
                  <a:ext uri="{FF2B5EF4-FFF2-40B4-BE49-F238E27FC236}">
                    <a16:creationId xmlns:a16="http://schemas.microsoft.com/office/drawing/2014/main" id="{39B23340-C1C8-464F-904F-7478B83F6E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54" name="Freeform 28">
                <a:extLst>
                  <a:ext uri="{FF2B5EF4-FFF2-40B4-BE49-F238E27FC236}">
                    <a16:creationId xmlns:a16="http://schemas.microsoft.com/office/drawing/2014/main" id="{7D8E5E81-89A1-45D2-81DF-664EDEBC86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55" name="Freeform 29">
                <a:extLst>
                  <a:ext uri="{FF2B5EF4-FFF2-40B4-BE49-F238E27FC236}">
                    <a16:creationId xmlns:a16="http://schemas.microsoft.com/office/drawing/2014/main" id="{69B86481-2D49-407E-9E05-657ECFC004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56" name="Freeform 30">
                <a:extLst>
                  <a:ext uri="{FF2B5EF4-FFF2-40B4-BE49-F238E27FC236}">
                    <a16:creationId xmlns:a16="http://schemas.microsoft.com/office/drawing/2014/main" id="{169AFB82-7406-4E81-AE36-870C6B9C43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57" name="Freeform 31">
                <a:extLst>
                  <a:ext uri="{FF2B5EF4-FFF2-40B4-BE49-F238E27FC236}">
                    <a16:creationId xmlns:a16="http://schemas.microsoft.com/office/drawing/2014/main" id="{18E229EF-ABC5-4360-8663-B052B02D21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3EC19A3-1B4D-4193-90B5-804269647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Freeform 32">
                <a:extLst>
                  <a:ext uri="{FF2B5EF4-FFF2-40B4-BE49-F238E27FC236}">
                    <a16:creationId xmlns:a16="http://schemas.microsoft.com/office/drawing/2014/main" id="{BD7591BD-BC5E-4744-912C-6C42EB0204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22" name="Freeform 33">
                <a:extLst>
                  <a:ext uri="{FF2B5EF4-FFF2-40B4-BE49-F238E27FC236}">
                    <a16:creationId xmlns:a16="http://schemas.microsoft.com/office/drawing/2014/main" id="{DC050995-C62E-401C-823F-CB7D156417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23" name="Freeform 34">
                <a:extLst>
                  <a:ext uri="{FF2B5EF4-FFF2-40B4-BE49-F238E27FC236}">
                    <a16:creationId xmlns:a16="http://schemas.microsoft.com/office/drawing/2014/main" id="{549B874B-72E9-4BB1-ABF2-7883446583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24" name="Freeform 35">
                <a:extLst>
                  <a:ext uri="{FF2B5EF4-FFF2-40B4-BE49-F238E27FC236}">
                    <a16:creationId xmlns:a16="http://schemas.microsoft.com/office/drawing/2014/main" id="{D2A70290-19F4-42FB-8FD4-08F372AD21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25" name="Freeform 36">
                <a:extLst>
                  <a:ext uri="{FF2B5EF4-FFF2-40B4-BE49-F238E27FC236}">
                    <a16:creationId xmlns:a16="http://schemas.microsoft.com/office/drawing/2014/main" id="{0BE086E3-6715-4BA0-92D4-FFDEF29A4E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26" name="Freeform 37">
                <a:extLst>
                  <a:ext uri="{FF2B5EF4-FFF2-40B4-BE49-F238E27FC236}">
                    <a16:creationId xmlns:a16="http://schemas.microsoft.com/office/drawing/2014/main" id="{367D92F7-0C3B-4AA7-9723-0760B3638D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27" name="Freeform 38">
                <a:extLst>
                  <a:ext uri="{FF2B5EF4-FFF2-40B4-BE49-F238E27FC236}">
                    <a16:creationId xmlns:a16="http://schemas.microsoft.com/office/drawing/2014/main" id="{E710C654-11A4-485C-BE80-640A07F5B9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28" name="Freeform 39">
                <a:extLst>
                  <a:ext uri="{FF2B5EF4-FFF2-40B4-BE49-F238E27FC236}">
                    <a16:creationId xmlns:a16="http://schemas.microsoft.com/office/drawing/2014/main" id="{8BDA2610-3945-4B52-BBE0-8F31BCFA73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29" name="Freeform 40">
                <a:extLst>
                  <a:ext uri="{FF2B5EF4-FFF2-40B4-BE49-F238E27FC236}">
                    <a16:creationId xmlns:a16="http://schemas.microsoft.com/office/drawing/2014/main" id="{50F00F46-4C04-4D7F-AECE-F93A5E17A9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30" name="Rectangle 41">
                <a:extLst>
                  <a:ext uri="{FF2B5EF4-FFF2-40B4-BE49-F238E27FC236}">
                    <a16:creationId xmlns:a16="http://schemas.microsoft.com/office/drawing/2014/main" id="{8C266885-7331-485C-A13C-CED4D0205E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GT"/>
              </a:p>
            </p:txBody>
          </p:sp>
        </p:grpSp>
      </p:grpSp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3A24221C-670F-4411-AC01-F9F88CB3D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9144000" cy="4233674"/>
          </a:xfrm>
          <a:prstGeom prst="rect">
            <a:avLst/>
          </a:prstGeom>
          <a:ln>
            <a:noFill/>
          </a:ln>
          <a:effectLst>
            <a:innerShdw blurRad="63500" dist="38100" dir="5400000">
              <a:prstClr val="black">
                <a:alpha val="4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96BD1BD4-F5F9-4A91-81EA-5923E1AEE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10051"/>
            <a:ext cx="9146384" cy="2647949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879" y="4571999"/>
            <a:ext cx="7429499" cy="1190848"/>
          </a:xfrm>
        </p:spPr>
        <p:txBody>
          <a:bodyPr anchor="ctr">
            <a:normAutofit/>
          </a:bodyPr>
          <a:lstStyle/>
          <a:p>
            <a:pPr algn="ctr"/>
            <a:r>
              <a:rPr lang="es-GT" sz="3500">
                <a:solidFill>
                  <a:srgbClr val="FFFFFF"/>
                </a:solidFill>
              </a:rPr>
              <a:t>Funcionalidad principal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CE17F2-9F9D-690D-7466-E620865B25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490422"/>
              </p:ext>
            </p:extLst>
          </p:nvPr>
        </p:nvGraphicFramePr>
        <p:xfrm>
          <a:off x="710517" y="958321"/>
          <a:ext cx="7716726" cy="22885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rPr dirty="0" err="1"/>
              <a:t>Servicios</a:t>
            </a:r>
            <a:r>
              <a:rPr dirty="0"/>
              <a:t> </a:t>
            </a:r>
            <a:r>
              <a:rPr dirty="0" err="1"/>
              <a:t>utilizados</a:t>
            </a:r>
            <a:r>
              <a:rPr dirty="0"/>
              <a:t> (I)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F862A6-A25F-E90B-6BDC-2EB833EF58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084812"/>
              </p:ext>
            </p:extLst>
          </p:nvPr>
        </p:nvGraphicFramePr>
        <p:xfrm>
          <a:off x="856058" y="2440771"/>
          <a:ext cx="74294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t>Servicios utilizados (II)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9DA781-7923-D81B-5478-512FE3A28F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4332684"/>
              </p:ext>
            </p:extLst>
          </p:nvPr>
        </p:nvGraphicFramePr>
        <p:xfrm>
          <a:off x="856058" y="2440771"/>
          <a:ext cx="74294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3">
            <a:extLst>
              <a:ext uri="{FF2B5EF4-FFF2-40B4-BE49-F238E27FC236}">
                <a16:creationId xmlns:a16="http://schemas.microsoft.com/office/drawing/2014/main" id="{C6270675-9512-4978-8583-36659256E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t>Servicios utilizados (III)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13E7A7-06E8-2D73-FBD1-2B5CD65C15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3627281"/>
              </p:ext>
            </p:extLst>
          </p:nvPr>
        </p:nvGraphicFramePr>
        <p:xfrm>
          <a:off x="856059" y="2249488"/>
          <a:ext cx="74295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>
            <a:extLst>
              <a:ext uri="{FF2B5EF4-FFF2-40B4-BE49-F238E27FC236}">
                <a16:creationId xmlns:a16="http://schemas.microsoft.com/office/drawing/2014/main" id="{678E285C-BE9E-45B7-A3EE-B9792DAE9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8" name="Group 12">
            <a:extLst>
              <a:ext uri="{FF2B5EF4-FFF2-40B4-BE49-F238E27FC236}">
                <a16:creationId xmlns:a16="http://schemas.microsoft.com/office/drawing/2014/main" id="{AB86F577-8905-4B21-8AF3-C1BB34337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30" name="Rectangle 5">
              <a:extLst>
                <a:ext uri="{FF2B5EF4-FFF2-40B4-BE49-F238E27FC236}">
                  <a16:creationId xmlns:a16="http://schemas.microsoft.com/office/drawing/2014/main" id="{D2F1CFF3-A579-4D24-B5F9-1C71BA6F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31" name="Freeform 6">
              <a:extLst>
                <a:ext uri="{FF2B5EF4-FFF2-40B4-BE49-F238E27FC236}">
                  <a16:creationId xmlns:a16="http://schemas.microsoft.com/office/drawing/2014/main" id="{57601B50-7EB1-43FA-8360-4297BCD76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32" name="Freeform 7">
              <a:extLst>
                <a:ext uri="{FF2B5EF4-FFF2-40B4-BE49-F238E27FC236}">
                  <a16:creationId xmlns:a16="http://schemas.microsoft.com/office/drawing/2014/main" id="{60BD8B7A-CD01-4638-A2C9-299AC68B9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33" name="Rectangle 8">
              <a:extLst>
                <a:ext uri="{FF2B5EF4-FFF2-40B4-BE49-F238E27FC236}">
                  <a16:creationId xmlns:a16="http://schemas.microsoft.com/office/drawing/2014/main" id="{095B58F9-6C29-48BE-9DA6-385508052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34" name="Freeform 9">
              <a:extLst>
                <a:ext uri="{FF2B5EF4-FFF2-40B4-BE49-F238E27FC236}">
                  <a16:creationId xmlns:a16="http://schemas.microsoft.com/office/drawing/2014/main" id="{0C84674F-2E8A-4B70-B801-00722CDD5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35" name="Freeform 10">
              <a:extLst>
                <a:ext uri="{FF2B5EF4-FFF2-40B4-BE49-F238E27FC236}">
                  <a16:creationId xmlns:a16="http://schemas.microsoft.com/office/drawing/2014/main" id="{34F320BB-D6A9-45FE-8556-498B763B1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36" name="Freeform 11">
              <a:extLst>
                <a:ext uri="{FF2B5EF4-FFF2-40B4-BE49-F238E27FC236}">
                  <a16:creationId xmlns:a16="http://schemas.microsoft.com/office/drawing/2014/main" id="{5493D54A-532A-46ED-AF63-A0A54818EF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37" name="Freeform 12">
              <a:extLst>
                <a:ext uri="{FF2B5EF4-FFF2-40B4-BE49-F238E27FC236}">
                  <a16:creationId xmlns:a16="http://schemas.microsoft.com/office/drawing/2014/main" id="{EAF2EDFA-9C0B-44E2-B4BB-312B58BCA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38" name="Freeform 13">
              <a:extLst>
                <a:ext uri="{FF2B5EF4-FFF2-40B4-BE49-F238E27FC236}">
                  <a16:creationId xmlns:a16="http://schemas.microsoft.com/office/drawing/2014/main" id="{A3641113-CE35-42A4-B605-41BC06BF4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39" name="Freeform 14">
              <a:extLst>
                <a:ext uri="{FF2B5EF4-FFF2-40B4-BE49-F238E27FC236}">
                  <a16:creationId xmlns:a16="http://schemas.microsoft.com/office/drawing/2014/main" id="{DA2E5B2C-BAC4-4440-9B7E-F38783197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40" name="Freeform 15">
              <a:extLst>
                <a:ext uri="{FF2B5EF4-FFF2-40B4-BE49-F238E27FC236}">
                  <a16:creationId xmlns:a16="http://schemas.microsoft.com/office/drawing/2014/main" id="{D8A506DF-2E53-42C9-94BE-B98E32E0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41" name="Freeform 16">
              <a:extLst>
                <a:ext uri="{FF2B5EF4-FFF2-40B4-BE49-F238E27FC236}">
                  <a16:creationId xmlns:a16="http://schemas.microsoft.com/office/drawing/2014/main" id="{12934FF8-5F70-40BF-BBB6-5EB941FB9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42" name="Freeform 17">
              <a:extLst>
                <a:ext uri="{FF2B5EF4-FFF2-40B4-BE49-F238E27FC236}">
                  <a16:creationId xmlns:a16="http://schemas.microsoft.com/office/drawing/2014/main" id="{8EB3FB08-D01D-4E24-BE40-C16269DF6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43" name="Freeform 18">
              <a:extLst>
                <a:ext uri="{FF2B5EF4-FFF2-40B4-BE49-F238E27FC236}">
                  <a16:creationId xmlns:a16="http://schemas.microsoft.com/office/drawing/2014/main" id="{D24E50D7-2753-4169-AD51-C106DA1B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44" name="Freeform 19">
              <a:extLst>
                <a:ext uri="{FF2B5EF4-FFF2-40B4-BE49-F238E27FC236}">
                  <a16:creationId xmlns:a16="http://schemas.microsoft.com/office/drawing/2014/main" id="{DF94B7E0-D9B6-4096-94D0-18D3AC0E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45" name="Freeform 20">
              <a:extLst>
                <a:ext uri="{FF2B5EF4-FFF2-40B4-BE49-F238E27FC236}">
                  <a16:creationId xmlns:a16="http://schemas.microsoft.com/office/drawing/2014/main" id="{EBC05ADE-BBA2-4387-B005-3196E2E198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46" name="Freeform 21">
              <a:extLst>
                <a:ext uri="{FF2B5EF4-FFF2-40B4-BE49-F238E27FC236}">
                  <a16:creationId xmlns:a16="http://schemas.microsoft.com/office/drawing/2014/main" id="{BBED1CEE-14D2-442F-AB08-401ABE3EF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47" name="Freeform 22">
              <a:extLst>
                <a:ext uri="{FF2B5EF4-FFF2-40B4-BE49-F238E27FC236}">
                  <a16:creationId xmlns:a16="http://schemas.microsoft.com/office/drawing/2014/main" id="{4F6574C0-78E8-49EA-84BC-EE9D55707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48" name="Freeform 23">
              <a:extLst>
                <a:ext uri="{FF2B5EF4-FFF2-40B4-BE49-F238E27FC236}">
                  <a16:creationId xmlns:a16="http://schemas.microsoft.com/office/drawing/2014/main" id="{65BCDB0B-615E-4CA1-AFD5-6B121CB7C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49" name="Freeform 24">
              <a:extLst>
                <a:ext uri="{FF2B5EF4-FFF2-40B4-BE49-F238E27FC236}">
                  <a16:creationId xmlns:a16="http://schemas.microsoft.com/office/drawing/2014/main" id="{40627863-B7FC-44D1-9E53-E728FFF67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50" name="Freeform 25">
              <a:extLst>
                <a:ext uri="{FF2B5EF4-FFF2-40B4-BE49-F238E27FC236}">
                  <a16:creationId xmlns:a16="http://schemas.microsoft.com/office/drawing/2014/main" id="{52FD6F8C-3AF1-487E-91F4-6E55146F1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51" name="Freeform 26">
              <a:extLst>
                <a:ext uri="{FF2B5EF4-FFF2-40B4-BE49-F238E27FC236}">
                  <a16:creationId xmlns:a16="http://schemas.microsoft.com/office/drawing/2014/main" id="{50323CF3-93CB-4E03-95C0-B180BB87A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52" name="Freeform 27">
              <a:extLst>
                <a:ext uri="{FF2B5EF4-FFF2-40B4-BE49-F238E27FC236}">
                  <a16:creationId xmlns:a16="http://schemas.microsoft.com/office/drawing/2014/main" id="{EB47D82F-CF1B-47E6-9FA2-F3A9C5F94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53" name="Freeform 28">
              <a:extLst>
                <a:ext uri="{FF2B5EF4-FFF2-40B4-BE49-F238E27FC236}">
                  <a16:creationId xmlns:a16="http://schemas.microsoft.com/office/drawing/2014/main" id="{0606708F-F2D4-4678-8ED2-39041BC64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54" name="Freeform 29">
              <a:extLst>
                <a:ext uri="{FF2B5EF4-FFF2-40B4-BE49-F238E27FC236}">
                  <a16:creationId xmlns:a16="http://schemas.microsoft.com/office/drawing/2014/main" id="{D7EB95B4-15E4-433D-B36F-21FF341A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55" name="Freeform 30">
              <a:extLst>
                <a:ext uri="{FF2B5EF4-FFF2-40B4-BE49-F238E27FC236}">
                  <a16:creationId xmlns:a16="http://schemas.microsoft.com/office/drawing/2014/main" id="{500A541B-4C75-497C-A489-097ED2996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56" name="Freeform 31">
              <a:extLst>
                <a:ext uri="{FF2B5EF4-FFF2-40B4-BE49-F238E27FC236}">
                  <a16:creationId xmlns:a16="http://schemas.microsoft.com/office/drawing/2014/main" id="{5789326F-12A4-48B8-B0ED-A6A2AE0C2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57" name="Freeform 32">
              <a:extLst>
                <a:ext uri="{FF2B5EF4-FFF2-40B4-BE49-F238E27FC236}">
                  <a16:creationId xmlns:a16="http://schemas.microsoft.com/office/drawing/2014/main" id="{25FA672E-2B65-477F-AA75-6261CE652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58" name="Rectangle 33">
              <a:extLst>
                <a:ext uri="{FF2B5EF4-FFF2-40B4-BE49-F238E27FC236}">
                  <a16:creationId xmlns:a16="http://schemas.microsoft.com/office/drawing/2014/main" id="{BB09AF8D-E68B-499C-B9F5-2F365813D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59" name="Freeform 34">
              <a:extLst>
                <a:ext uri="{FF2B5EF4-FFF2-40B4-BE49-F238E27FC236}">
                  <a16:creationId xmlns:a16="http://schemas.microsoft.com/office/drawing/2014/main" id="{7991AEAD-B5F3-47BA-9F1B-86C16A84A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60" name="Freeform 35">
              <a:extLst>
                <a:ext uri="{FF2B5EF4-FFF2-40B4-BE49-F238E27FC236}">
                  <a16:creationId xmlns:a16="http://schemas.microsoft.com/office/drawing/2014/main" id="{19A85F58-4C3A-4388-B55C-2329EEAEC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61" name="Freeform 36">
              <a:extLst>
                <a:ext uri="{FF2B5EF4-FFF2-40B4-BE49-F238E27FC236}">
                  <a16:creationId xmlns:a16="http://schemas.microsoft.com/office/drawing/2014/main" id="{05652F38-94D9-41B7-A699-7E8F0C78D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62" name="Freeform 37">
              <a:extLst>
                <a:ext uri="{FF2B5EF4-FFF2-40B4-BE49-F238E27FC236}">
                  <a16:creationId xmlns:a16="http://schemas.microsoft.com/office/drawing/2014/main" id="{3C043852-C250-4518-BB89-C91A34917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63" name="Freeform 38">
              <a:extLst>
                <a:ext uri="{FF2B5EF4-FFF2-40B4-BE49-F238E27FC236}">
                  <a16:creationId xmlns:a16="http://schemas.microsoft.com/office/drawing/2014/main" id="{0CAB9A07-ECF2-416C-8528-F75DACB13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64" name="Freeform 39">
              <a:extLst>
                <a:ext uri="{FF2B5EF4-FFF2-40B4-BE49-F238E27FC236}">
                  <a16:creationId xmlns:a16="http://schemas.microsoft.com/office/drawing/2014/main" id="{904A314C-A829-4AA6-92E2-529BCCF95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65" name="Freeform 40">
              <a:extLst>
                <a:ext uri="{FF2B5EF4-FFF2-40B4-BE49-F238E27FC236}">
                  <a16:creationId xmlns:a16="http://schemas.microsoft.com/office/drawing/2014/main" id="{244EE6BA-4569-43ED-9E2E-1FB66201B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66" name="Freeform 41">
              <a:extLst>
                <a:ext uri="{FF2B5EF4-FFF2-40B4-BE49-F238E27FC236}">
                  <a16:creationId xmlns:a16="http://schemas.microsoft.com/office/drawing/2014/main" id="{BEB8252E-FB2A-4BB5-BEC6-CA10FF6F7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67" name="Freeform 42">
              <a:extLst>
                <a:ext uri="{FF2B5EF4-FFF2-40B4-BE49-F238E27FC236}">
                  <a16:creationId xmlns:a16="http://schemas.microsoft.com/office/drawing/2014/main" id="{91414711-C3A4-4E96-854A-DDDEB2F2E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68" name="Freeform 43">
              <a:extLst>
                <a:ext uri="{FF2B5EF4-FFF2-40B4-BE49-F238E27FC236}">
                  <a16:creationId xmlns:a16="http://schemas.microsoft.com/office/drawing/2014/main" id="{86815BA8-3055-4B42-98C3-4202FD92E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69" name="Freeform 44">
              <a:extLst>
                <a:ext uri="{FF2B5EF4-FFF2-40B4-BE49-F238E27FC236}">
                  <a16:creationId xmlns:a16="http://schemas.microsoft.com/office/drawing/2014/main" id="{44457813-E991-44AE-9A83-B7488D1F3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70" name="Rectangle 45">
              <a:extLst>
                <a:ext uri="{FF2B5EF4-FFF2-40B4-BE49-F238E27FC236}">
                  <a16:creationId xmlns:a16="http://schemas.microsoft.com/office/drawing/2014/main" id="{8CE1CF47-A73F-4560-8835-AE1DC51E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71" name="Freeform 46">
              <a:extLst>
                <a:ext uri="{FF2B5EF4-FFF2-40B4-BE49-F238E27FC236}">
                  <a16:creationId xmlns:a16="http://schemas.microsoft.com/office/drawing/2014/main" id="{C2A935E4-AACC-4CB9-995E-D28617887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72" name="Freeform 47">
              <a:extLst>
                <a:ext uri="{FF2B5EF4-FFF2-40B4-BE49-F238E27FC236}">
                  <a16:creationId xmlns:a16="http://schemas.microsoft.com/office/drawing/2014/main" id="{93B5B778-8ACB-4004-932D-BD95997B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73" name="Freeform 48">
              <a:extLst>
                <a:ext uri="{FF2B5EF4-FFF2-40B4-BE49-F238E27FC236}">
                  <a16:creationId xmlns:a16="http://schemas.microsoft.com/office/drawing/2014/main" id="{1434AF34-0919-40AD-84B1-446D4FF2D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74" name="Freeform 49">
              <a:extLst>
                <a:ext uri="{FF2B5EF4-FFF2-40B4-BE49-F238E27FC236}">
                  <a16:creationId xmlns:a16="http://schemas.microsoft.com/office/drawing/2014/main" id="{29546CF3-6DDD-4073-AB7F-C6E722257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75" name="Freeform 50">
              <a:extLst>
                <a:ext uri="{FF2B5EF4-FFF2-40B4-BE49-F238E27FC236}">
                  <a16:creationId xmlns:a16="http://schemas.microsoft.com/office/drawing/2014/main" id="{289D46AB-128A-477F-B6C9-F40F115D6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76" name="Freeform 51">
              <a:extLst>
                <a:ext uri="{FF2B5EF4-FFF2-40B4-BE49-F238E27FC236}">
                  <a16:creationId xmlns:a16="http://schemas.microsoft.com/office/drawing/2014/main" id="{A7DA7E67-3368-44AD-AACD-EB64AE348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77" name="Freeform 52">
              <a:extLst>
                <a:ext uri="{FF2B5EF4-FFF2-40B4-BE49-F238E27FC236}">
                  <a16:creationId xmlns:a16="http://schemas.microsoft.com/office/drawing/2014/main" id="{78BB1152-AB85-4AD8-BBA1-07CEA1F50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78" name="Freeform 53">
              <a:extLst>
                <a:ext uri="{FF2B5EF4-FFF2-40B4-BE49-F238E27FC236}">
                  <a16:creationId xmlns:a16="http://schemas.microsoft.com/office/drawing/2014/main" id="{A982E7F2-DD68-4093-B9C5-3E42B475A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79" name="Freeform 54">
              <a:extLst>
                <a:ext uri="{FF2B5EF4-FFF2-40B4-BE49-F238E27FC236}">
                  <a16:creationId xmlns:a16="http://schemas.microsoft.com/office/drawing/2014/main" id="{A682E224-4CD6-420B-897A-B23D50B82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80" name="Freeform 55">
              <a:extLst>
                <a:ext uri="{FF2B5EF4-FFF2-40B4-BE49-F238E27FC236}">
                  <a16:creationId xmlns:a16="http://schemas.microsoft.com/office/drawing/2014/main" id="{31B90F10-06CD-480E-8D35-6E0FFFB894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81" name="Freeform 56">
              <a:extLst>
                <a:ext uri="{FF2B5EF4-FFF2-40B4-BE49-F238E27FC236}">
                  <a16:creationId xmlns:a16="http://schemas.microsoft.com/office/drawing/2014/main" id="{7BC977DB-69B0-4D8D-B77C-E1127EC41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82" name="Freeform 57">
              <a:extLst>
                <a:ext uri="{FF2B5EF4-FFF2-40B4-BE49-F238E27FC236}">
                  <a16:creationId xmlns:a16="http://schemas.microsoft.com/office/drawing/2014/main" id="{24127454-3FCB-41D6-ACFB-81D7E05A7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83" name="Freeform 58">
              <a:extLst>
                <a:ext uri="{FF2B5EF4-FFF2-40B4-BE49-F238E27FC236}">
                  <a16:creationId xmlns:a16="http://schemas.microsoft.com/office/drawing/2014/main" id="{7AA80D42-B8A8-475B-ADBF-99719CE9F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</p:grpSp>
      <p:sp>
        <p:nvSpPr>
          <p:cNvPr id="184" name="Rectangle 68">
            <a:extLst>
              <a:ext uri="{FF2B5EF4-FFF2-40B4-BE49-F238E27FC236}">
                <a16:creationId xmlns:a16="http://schemas.microsoft.com/office/drawing/2014/main" id="{81B1BC20-CC70-4C30-B9BE-C23E121CA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" name="Picture 2">
            <a:extLst>
              <a:ext uri="{FF2B5EF4-FFF2-40B4-BE49-F238E27FC236}">
                <a16:creationId xmlns:a16="http://schemas.microsoft.com/office/drawing/2014/main" id="{BED7CCD5-D3A4-4162-9CC4-03DF5AB8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-3747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D5E95061-A9DC-4C67-BCAF-F56069099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74" name="Rectangle 5">
              <a:extLst>
                <a:ext uri="{FF2B5EF4-FFF2-40B4-BE49-F238E27FC236}">
                  <a16:creationId xmlns:a16="http://schemas.microsoft.com/office/drawing/2014/main" id="{92D4D96C-8395-4198-90A3-2363570D4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75" name="Freeform 6">
              <a:extLst>
                <a:ext uri="{FF2B5EF4-FFF2-40B4-BE49-F238E27FC236}">
                  <a16:creationId xmlns:a16="http://schemas.microsoft.com/office/drawing/2014/main" id="{EF229BAE-A3AA-4095-A3F8-65181A713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76" name="Freeform 7">
              <a:extLst>
                <a:ext uri="{FF2B5EF4-FFF2-40B4-BE49-F238E27FC236}">
                  <a16:creationId xmlns:a16="http://schemas.microsoft.com/office/drawing/2014/main" id="{C71621C3-B057-4E50-808A-EF718590D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77" name="Rectangle 8">
              <a:extLst>
                <a:ext uri="{FF2B5EF4-FFF2-40B4-BE49-F238E27FC236}">
                  <a16:creationId xmlns:a16="http://schemas.microsoft.com/office/drawing/2014/main" id="{37D3BCDA-C38C-4B10-A653-0210E85978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78" name="Freeform 9">
              <a:extLst>
                <a:ext uri="{FF2B5EF4-FFF2-40B4-BE49-F238E27FC236}">
                  <a16:creationId xmlns:a16="http://schemas.microsoft.com/office/drawing/2014/main" id="{CE4DC5B4-793A-4E8B-A3F7-53EB548F45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79" name="Freeform 10">
              <a:extLst>
                <a:ext uri="{FF2B5EF4-FFF2-40B4-BE49-F238E27FC236}">
                  <a16:creationId xmlns:a16="http://schemas.microsoft.com/office/drawing/2014/main" id="{2664DA82-4469-42CC-93F4-662128EC65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80" name="Freeform 11">
              <a:extLst>
                <a:ext uri="{FF2B5EF4-FFF2-40B4-BE49-F238E27FC236}">
                  <a16:creationId xmlns:a16="http://schemas.microsoft.com/office/drawing/2014/main" id="{ED439A82-9407-4694-886D-7447BDFFD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81" name="Freeform 12">
              <a:extLst>
                <a:ext uri="{FF2B5EF4-FFF2-40B4-BE49-F238E27FC236}">
                  <a16:creationId xmlns:a16="http://schemas.microsoft.com/office/drawing/2014/main" id="{C35292A7-2459-4132-8FE8-54BF071CCE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82" name="Freeform 13">
              <a:extLst>
                <a:ext uri="{FF2B5EF4-FFF2-40B4-BE49-F238E27FC236}">
                  <a16:creationId xmlns:a16="http://schemas.microsoft.com/office/drawing/2014/main" id="{8A55D4A9-1B6E-409D-BF10-201C8A8292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83" name="Freeform 14">
              <a:extLst>
                <a:ext uri="{FF2B5EF4-FFF2-40B4-BE49-F238E27FC236}">
                  <a16:creationId xmlns:a16="http://schemas.microsoft.com/office/drawing/2014/main" id="{FDA8F85E-07E7-45C0-A165-6DB771A53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84" name="Freeform 15">
              <a:extLst>
                <a:ext uri="{FF2B5EF4-FFF2-40B4-BE49-F238E27FC236}">
                  <a16:creationId xmlns:a16="http://schemas.microsoft.com/office/drawing/2014/main" id="{09508E73-6AA1-460C-97B9-8EF00855A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85" name="Freeform 16">
              <a:extLst>
                <a:ext uri="{FF2B5EF4-FFF2-40B4-BE49-F238E27FC236}">
                  <a16:creationId xmlns:a16="http://schemas.microsoft.com/office/drawing/2014/main" id="{5913AD99-4A77-44C3-ACDF-8410765B7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86" name="Freeform 17">
              <a:extLst>
                <a:ext uri="{FF2B5EF4-FFF2-40B4-BE49-F238E27FC236}">
                  <a16:creationId xmlns:a16="http://schemas.microsoft.com/office/drawing/2014/main" id="{413BDF5F-2CC6-47A3-B422-38D6E292D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87" name="Freeform 18">
              <a:extLst>
                <a:ext uri="{FF2B5EF4-FFF2-40B4-BE49-F238E27FC236}">
                  <a16:creationId xmlns:a16="http://schemas.microsoft.com/office/drawing/2014/main" id="{6F69599A-544F-4B1D-91C3-762B09CF78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88" name="Freeform 19">
              <a:extLst>
                <a:ext uri="{FF2B5EF4-FFF2-40B4-BE49-F238E27FC236}">
                  <a16:creationId xmlns:a16="http://schemas.microsoft.com/office/drawing/2014/main" id="{DFAE31B2-DF2A-4FD2-B98E-3657F825C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89" name="Freeform 20">
              <a:extLst>
                <a:ext uri="{FF2B5EF4-FFF2-40B4-BE49-F238E27FC236}">
                  <a16:creationId xmlns:a16="http://schemas.microsoft.com/office/drawing/2014/main" id="{9D7B120D-680C-4AC9-A263-A7DE0F5F1F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90" name="Freeform 21">
              <a:extLst>
                <a:ext uri="{FF2B5EF4-FFF2-40B4-BE49-F238E27FC236}">
                  <a16:creationId xmlns:a16="http://schemas.microsoft.com/office/drawing/2014/main" id="{DC8A9F99-D409-4E13-8D58-6A34BE714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91" name="Freeform 22">
              <a:extLst>
                <a:ext uri="{FF2B5EF4-FFF2-40B4-BE49-F238E27FC236}">
                  <a16:creationId xmlns:a16="http://schemas.microsoft.com/office/drawing/2014/main" id="{EB955E41-680C-44AA-B602-C1A69E951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92" name="Freeform 23">
              <a:extLst>
                <a:ext uri="{FF2B5EF4-FFF2-40B4-BE49-F238E27FC236}">
                  <a16:creationId xmlns:a16="http://schemas.microsoft.com/office/drawing/2014/main" id="{332ED336-B831-4A24-9181-CC63707A4E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93" name="Freeform 24">
              <a:extLst>
                <a:ext uri="{FF2B5EF4-FFF2-40B4-BE49-F238E27FC236}">
                  <a16:creationId xmlns:a16="http://schemas.microsoft.com/office/drawing/2014/main" id="{1A8B6B8C-5265-4AD1-9A67-B3CFFF4A9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94" name="Freeform 25">
              <a:extLst>
                <a:ext uri="{FF2B5EF4-FFF2-40B4-BE49-F238E27FC236}">
                  <a16:creationId xmlns:a16="http://schemas.microsoft.com/office/drawing/2014/main" id="{9E8ED6FD-8796-48CB-98ED-0E729E16B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95" name="Freeform 26">
              <a:extLst>
                <a:ext uri="{FF2B5EF4-FFF2-40B4-BE49-F238E27FC236}">
                  <a16:creationId xmlns:a16="http://schemas.microsoft.com/office/drawing/2014/main" id="{DE668E67-2522-4B6B-A8BF-C3CD36F891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96" name="Freeform 27">
              <a:extLst>
                <a:ext uri="{FF2B5EF4-FFF2-40B4-BE49-F238E27FC236}">
                  <a16:creationId xmlns:a16="http://schemas.microsoft.com/office/drawing/2014/main" id="{B2474CAA-635F-43E4-AFFF-B24637DC6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97" name="Freeform 28">
              <a:extLst>
                <a:ext uri="{FF2B5EF4-FFF2-40B4-BE49-F238E27FC236}">
                  <a16:creationId xmlns:a16="http://schemas.microsoft.com/office/drawing/2014/main" id="{1C1B778D-83CB-443C-B463-7EE26603E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98" name="Freeform 29">
              <a:extLst>
                <a:ext uri="{FF2B5EF4-FFF2-40B4-BE49-F238E27FC236}">
                  <a16:creationId xmlns:a16="http://schemas.microsoft.com/office/drawing/2014/main" id="{654DEAB4-B194-4182-A7BE-E247F19AA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99" name="Freeform 30">
              <a:extLst>
                <a:ext uri="{FF2B5EF4-FFF2-40B4-BE49-F238E27FC236}">
                  <a16:creationId xmlns:a16="http://schemas.microsoft.com/office/drawing/2014/main" id="{D8E3CE4C-0C48-485B-8EA0-B036FCC33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00" name="Freeform 31">
              <a:extLst>
                <a:ext uri="{FF2B5EF4-FFF2-40B4-BE49-F238E27FC236}">
                  <a16:creationId xmlns:a16="http://schemas.microsoft.com/office/drawing/2014/main" id="{7958BBBD-B721-4DA1-8764-D8188EB706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01" name="Freeform 32">
              <a:extLst>
                <a:ext uri="{FF2B5EF4-FFF2-40B4-BE49-F238E27FC236}">
                  <a16:creationId xmlns:a16="http://schemas.microsoft.com/office/drawing/2014/main" id="{23180B75-7F19-41E5-A4C3-9096FF7D19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02" name="Rectangle 33">
              <a:extLst>
                <a:ext uri="{FF2B5EF4-FFF2-40B4-BE49-F238E27FC236}">
                  <a16:creationId xmlns:a16="http://schemas.microsoft.com/office/drawing/2014/main" id="{57F706CF-8096-494C-A6E1-5BE7F62306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03" name="Freeform 34">
              <a:extLst>
                <a:ext uri="{FF2B5EF4-FFF2-40B4-BE49-F238E27FC236}">
                  <a16:creationId xmlns:a16="http://schemas.microsoft.com/office/drawing/2014/main" id="{8B4065A5-6701-492B-BE7F-9E00FE615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04" name="Freeform 35">
              <a:extLst>
                <a:ext uri="{FF2B5EF4-FFF2-40B4-BE49-F238E27FC236}">
                  <a16:creationId xmlns:a16="http://schemas.microsoft.com/office/drawing/2014/main" id="{66E06571-DDD0-47CB-97CF-FF8432467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05" name="Freeform 36">
              <a:extLst>
                <a:ext uri="{FF2B5EF4-FFF2-40B4-BE49-F238E27FC236}">
                  <a16:creationId xmlns:a16="http://schemas.microsoft.com/office/drawing/2014/main" id="{50F0D75F-DE36-46A5-8FEB-00CF9D01A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06" name="Freeform 37">
              <a:extLst>
                <a:ext uri="{FF2B5EF4-FFF2-40B4-BE49-F238E27FC236}">
                  <a16:creationId xmlns:a16="http://schemas.microsoft.com/office/drawing/2014/main" id="{C7AF11B9-2298-41D7-9878-99E19E827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07" name="Freeform 38">
              <a:extLst>
                <a:ext uri="{FF2B5EF4-FFF2-40B4-BE49-F238E27FC236}">
                  <a16:creationId xmlns:a16="http://schemas.microsoft.com/office/drawing/2014/main" id="{7B43B683-4229-4623-A504-56FE6CCB5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08" name="Freeform 39">
              <a:extLst>
                <a:ext uri="{FF2B5EF4-FFF2-40B4-BE49-F238E27FC236}">
                  <a16:creationId xmlns:a16="http://schemas.microsoft.com/office/drawing/2014/main" id="{7B4CC276-9BB9-4394-A369-F7DB2BD8E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09" name="Freeform 40">
              <a:extLst>
                <a:ext uri="{FF2B5EF4-FFF2-40B4-BE49-F238E27FC236}">
                  <a16:creationId xmlns:a16="http://schemas.microsoft.com/office/drawing/2014/main" id="{98010162-18EE-455C-AABD-0B715C2BBF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10" name="Freeform 41">
              <a:extLst>
                <a:ext uri="{FF2B5EF4-FFF2-40B4-BE49-F238E27FC236}">
                  <a16:creationId xmlns:a16="http://schemas.microsoft.com/office/drawing/2014/main" id="{5950D288-22B2-4286-B4FB-D6665C103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11" name="Freeform 42">
              <a:extLst>
                <a:ext uri="{FF2B5EF4-FFF2-40B4-BE49-F238E27FC236}">
                  <a16:creationId xmlns:a16="http://schemas.microsoft.com/office/drawing/2014/main" id="{E0A686CA-B0EF-4B0C-B69B-E715EA3E54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12" name="Freeform 43">
              <a:extLst>
                <a:ext uri="{FF2B5EF4-FFF2-40B4-BE49-F238E27FC236}">
                  <a16:creationId xmlns:a16="http://schemas.microsoft.com/office/drawing/2014/main" id="{75D61EE6-C405-433B-AEC8-6241D5472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13" name="Freeform 44">
              <a:extLst>
                <a:ext uri="{FF2B5EF4-FFF2-40B4-BE49-F238E27FC236}">
                  <a16:creationId xmlns:a16="http://schemas.microsoft.com/office/drawing/2014/main" id="{4C718553-7221-4BFF-AFEE-64E166C6A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14" name="Rectangle 45">
              <a:extLst>
                <a:ext uri="{FF2B5EF4-FFF2-40B4-BE49-F238E27FC236}">
                  <a16:creationId xmlns:a16="http://schemas.microsoft.com/office/drawing/2014/main" id="{9F00A845-A7BB-4253-8C15-0FF3D05980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15" name="Freeform 46">
              <a:extLst>
                <a:ext uri="{FF2B5EF4-FFF2-40B4-BE49-F238E27FC236}">
                  <a16:creationId xmlns:a16="http://schemas.microsoft.com/office/drawing/2014/main" id="{53476DBF-E7E4-46E9-AAF2-8810E14EEC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16" name="Freeform 47">
              <a:extLst>
                <a:ext uri="{FF2B5EF4-FFF2-40B4-BE49-F238E27FC236}">
                  <a16:creationId xmlns:a16="http://schemas.microsoft.com/office/drawing/2014/main" id="{4F608C86-9940-444C-B200-155DF4E02B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17" name="Freeform 48">
              <a:extLst>
                <a:ext uri="{FF2B5EF4-FFF2-40B4-BE49-F238E27FC236}">
                  <a16:creationId xmlns:a16="http://schemas.microsoft.com/office/drawing/2014/main" id="{BB49A08B-2E6F-4B8C-8F61-6869B069B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18" name="Freeform 49">
              <a:extLst>
                <a:ext uri="{FF2B5EF4-FFF2-40B4-BE49-F238E27FC236}">
                  <a16:creationId xmlns:a16="http://schemas.microsoft.com/office/drawing/2014/main" id="{03A08195-C526-497F-89D0-566E91704B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19" name="Freeform 50">
              <a:extLst>
                <a:ext uri="{FF2B5EF4-FFF2-40B4-BE49-F238E27FC236}">
                  <a16:creationId xmlns:a16="http://schemas.microsoft.com/office/drawing/2014/main" id="{235FDAAF-2063-40C9-BE1C-7E116C8A3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20" name="Freeform 51">
              <a:extLst>
                <a:ext uri="{FF2B5EF4-FFF2-40B4-BE49-F238E27FC236}">
                  <a16:creationId xmlns:a16="http://schemas.microsoft.com/office/drawing/2014/main" id="{2EAF15FA-570E-412B-992B-CAAB83384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21" name="Freeform 52">
              <a:extLst>
                <a:ext uri="{FF2B5EF4-FFF2-40B4-BE49-F238E27FC236}">
                  <a16:creationId xmlns:a16="http://schemas.microsoft.com/office/drawing/2014/main" id="{91FCA14D-FA3E-44C1-B8CB-8C8B73048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22" name="Freeform 53">
              <a:extLst>
                <a:ext uri="{FF2B5EF4-FFF2-40B4-BE49-F238E27FC236}">
                  <a16:creationId xmlns:a16="http://schemas.microsoft.com/office/drawing/2014/main" id="{A889215B-3708-4985-A1D7-42A99B357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23" name="Freeform 54">
              <a:extLst>
                <a:ext uri="{FF2B5EF4-FFF2-40B4-BE49-F238E27FC236}">
                  <a16:creationId xmlns:a16="http://schemas.microsoft.com/office/drawing/2014/main" id="{5C58C66E-AFD4-4A37-9646-FF8A511A6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24" name="Freeform 55">
              <a:extLst>
                <a:ext uri="{FF2B5EF4-FFF2-40B4-BE49-F238E27FC236}">
                  <a16:creationId xmlns:a16="http://schemas.microsoft.com/office/drawing/2014/main" id="{F99DC7ED-E983-4ACA-B702-727C2A5939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25" name="Freeform 56">
              <a:extLst>
                <a:ext uri="{FF2B5EF4-FFF2-40B4-BE49-F238E27FC236}">
                  <a16:creationId xmlns:a16="http://schemas.microsoft.com/office/drawing/2014/main" id="{918FC910-5BDA-49AE-95A5-774012D2D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26" name="Freeform 57">
              <a:extLst>
                <a:ext uri="{FF2B5EF4-FFF2-40B4-BE49-F238E27FC236}">
                  <a16:creationId xmlns:a16="http://schemas.microsoft.com/office/drawing/2014/main" id="{AA1E286C-EECB-46DC-9505-501CCDD8B8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27" name="Freeform 58">
              <a:extLst>
                <a:ext uri="{FF2B5EF4-FFF2-40B4-BE49-F238E27FC236}">
                  <a16:creationId xmlns:a16="http://schemas.microsoft.com/office/drawing/2014/main" id="{A838D816-F9F3-4AB2-92C6-1F986D0B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212924" y="4539573"/>
            <a:ext cx="6718151" cy="11828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Arquitectura del proyecto</a:t>
            </a:r>
          </a:p>
        </p:txBody>
      </p:sp>
      <p:sp useBgFill="1">
        <p:nvSpPr>
          <p:cNvPr id="129" name="Round Diagonal Corner Rectangle 6">
            <a:extLst>
              <a:ext uri="{FF2B5EF4-FFF2-40B4-BE49-F238E27FC236}">
                <a16:creationId xmlns:a16="http://schemas.microsoft.com/office/drawing/2014/main" id="{4683B8BC-85C4-41F2-9CD3-B074823B6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230" y="639965"/>
            <a:ext cx="8159993" cy="3598548"/>
          </a:xfrm>
          <a:prstGeom prst="round2DiagRect">
            <a:avLst>
              <a:gd name="adj1" fmla="val 9529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D8CE311-D2AF-B712-D61E-44834741A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713" y="951493"/>
            <a:ext cx="4147028" cy="297549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678E285C-BE9E-45B7-A3EE-B9792DAE9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B86F577-8905-4B21-8AF3-C1BB34337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D2F1CFF3-A579-4D24-B5F9-1C71BA6F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7601B50-7EB1-43FA-8360-4297BCD76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0BD8B7A-CD01-4638-A2C9-299AC68B9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095B58F9-6C29-48BE-9DA6-385508052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C84674F-2E8A-4B70-B801-00722CDD5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34F320BB-D6A9-45FE-8556-498B763B1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493D54A-532A-46ED-AF63-A0A54818EF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EAF2EDFA-9C0B-44E2-B4BB-312B58BCA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A3641113-CE35-42A4-B605-41BC06BF4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DA2E5B2C-BAC4-4440-9B7E-F38783197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D8A506DF-2E53-42C9-94BE-B98E32E0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12934FF8-5F70-40BF-BBB6-5EB941FB9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8EB3FB08-D01D-4E24-BE40-C16269DF6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D24E50D7-2753-4169-AD51-C106DA1B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DF94B7E0-D9B6-4096-94D0-18D3AC0E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EBC05ADE-BBA2-4387-B005-3196E2E198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BBED1CEE-14D2-442F-AB08-401ABE3EF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F6574C0-78E8-49EA-84BC-EE9D55707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65BCDB0B-615E-4CA1-AFD5-6B121CB7C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40627863-B7FC-44D1-9E53-E728FFF67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52FD6F8C-3AF1-487E-91F4-6E55146F1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50323CF3-93CB-4E03-95C0-B180BB87A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B47D82F-CF1B-47E6-9FA2-F3A9C5F94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0606708F-F2D4-4678-8ED2-39041BC64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D7EB95B4-15E4-433D-B36F-21FF341A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500A541B-4C75-497C-A489-097ED2996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5789326F-12A4-48B8-B0ED-A6A2AE0C2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25FA672E-2B65-477F-AA75-6261CE652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9" name="Rectangle 33">
              <a:extLst>
                <a:ext uri="{FF2B5EF4-FFF2-40B4-BE49-F238E27FC236}">
                  <a16:creationId xmlns:a16="http://schemas.microsoft.com/office/drawing/2014/main" id="{BB09AF8D-E68B-499C-B9F5-2F365813D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7991AEAD-B5F3-47BA-9F1B-86C16A84A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19A85F58-4C3A-4388-B55C-2329EEAEC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05652F38-94D9-41B7-A699-7E8F0C78D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3C043852-C250-4518-BB89-C91A34917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0CAB9A07-ECF2-416C-8528-F75DACB13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904A314C-A829-4AA6-92E2-529BCCF95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id="{244EE6BA-4569-43ED-9E2E-1FB66201B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7" name="Freeform 41">
              <a:extLst>
                <a:ext uri="{FF2B5EF4-FFF2-40B4-BE49-F238E27FC236}">
                  <a16:creationId xmlns:a16="http://schemas.microsoft.com/office/drawing/2014/main" id="{BEB8252E-FB2A-4BB5-BEC6-CA10FF6F7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8" name="Freeform 42">
              <a:extLst>
                <a:ext uri="{FF2B5EF4-FFF2-40B4-BE49-F238E27FC236}">
                  <a16:creationId xmlns:a16="http://schemas.microsoft.com/office/drawing/2014/main" id="{91414711-C3A4-4E96-854A-DDDEB2F2E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9" name="Freeform 43">
              <a:extLst>
                <a:ext uri="{FF2B5EF4-FFF2-40B4-BE49-F238E27FC236}">
                  <a16:creationId xmlns:a16="http://schemas.microsoft.com/office/drawing/2014/main" id="{86815BA8-3055-4B42-98C3-4202FD92E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0" name="Freeform 44">
              <a:extLst>
                <a:ext uri="{FF2B5EF4-FFF2-40B4-BE49-F238E27FC236}">
                  <a16:creationId xmlns:a16="http://schemas.microsoft.com/office/drawing/2014/main" id="{44457813-E991-44AE-9A83-B7488D1F3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1" name="Rectangle 45">
              <a:extLst>
                <a:ext uri="{FF2B5EF4-FFF2-40B4-BE49-F238E27FC236}">
                  <a16:creationId xmlns:a16="http://schemas.microsoft.com/office/drawing/2014/main" id="{8CE1CF47-A73F-4560-8835-AE1DC51E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2" name="Freeform 46">
              <a:extLst>
                <a:ext uri="{FF2B5EF4-FFF2-40B4-BE49-F238E27FC236}">
                  <a16:creationId xmlns:a16="http://schemas.microsoft.com/office/drawing/2014/main" id="{C2A935E4-AACC-4CB9-995E-D28617887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3" name="Freeform 47">
              <a:extLst>
                <a:ext uri="{FF2B5EF4-FFF2-40B4-BE49-F238E27FC236}">
                  <a16:creationId xmlns:a16="http://schemas.microsoft.com/office/drawing/2014/main" id="{93B5B778-8ACB-4004-932D-BD95997B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4" name="Freeform 48">
              <a:extLst>
                <a:ext uri="{FF2B5EF4-FFF2-40B4-BE49-F238E27FC236}">
                  <a16:creationId xmlns:a16="http://schemas.microsoft.com/office/drawing/2014/main" id="{1434AF34-0919-40AD-84B1-446D4FF2D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5" name="Freeform 49">
              <a:extLst>
                <a:ext uri="{FF2B5EF4-FFF2-40B4-BE49-F238E27FC236}">
                  <a16:creationId xmlns:a16="http://schemas.microsoft.com/office/drawing/2014/main" id="{29546CF3-6DDD-4073-AB7F-C6E722257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6" name="Freeform 50">
              <a:extLst>
                <a:ext uri="{FF2B5EF4-FFF2-40B4-BE49-F238E27FC236}">
                  <a16:creationId xmlns:a16="http://schemas.microsoft.com/office/drawing/2014/main" id="{289D46AB-128A-477F-B6C9-F40F115D6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7" name="Freeform 51">
              <a:extLst>
                <a:ext uri="{FF2B5EF4-FFF2-40B4-BE49-F238E27FC236}">
                  <a16:creationId xmlns:a16="http://schemas.microsoft.com/office/drawing/2014/main" id="{A7DA7E67-3368-44AD-AACD-EB64AE348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8" name="Freeform 52">
              <a:extLst>
                <a:ext uri="{FF2B5EF4-FFF2-40B4-BE49-F238E27FC236}">
                  <a16:creationId xmlns:a16="http://schemas.microsoft.com/office/drawing/2014/main" id="{78BB1152-AB85-4AD8-BBA1-07CEA1F50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9" name="Freeform 53">
              <a:extLst>
                <a:ext uri="{FF2B5EF4-FFF2-40B4-BE49-F238E27FC236}">
                  <a16:creationId xmlns:a16="http://schemas.microsoft.com/office/drawing/2014/main" id="{A982E7F2-DD68-4093-B9C5-3E42B475A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60" name="Freeform 54">
              <a:extLst>
                <a:ext uri="{FF2B5EF4-FFF2-40B4-BE49-F238E27FC236}">
                  <a16:creationId xmlns:a16="http://schemas.microsoft.com/office/drawing/2014/main" id="{A682E224-4CD6-420B-897A-B23D50B82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61" name="Freeform 55">
              <a:extLst>
                <a:ext uri="{FF2B5EF4-FFF2-40B4-BE49-F238E27FC236}">
                  <a16:creationId xmlns:a16="http://schemas.microsoft.com/office/drawing/2014/main" id="{31B90F10-06CD-480E-8D35-6E0FFFB894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62" name="Freeform 56">
              <a:extLst>
                <a:ext uri="{FF2B5EF4-FFF2-40B4-BE49-F238E27FC236}">
                  <a16:creationId xmlns:a16="http://schemas.microsoft.com/office/drawing/2014/main" id="{7BC977DB-69B0-4D8D-B77C-E1127EC41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63" name="Freeform 57">
              <a:extLst>
                <a:ext uri="{FF2B5EF4-FFF2-40B4-BE49-F238E27FC236}">
                  <a16:creationId xmlns:a16="http://schemas.microsoft.com/office/drawing/2014/main" id="{24127454-3FCB-41D6-ACFB-81D7E05A7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64" name="Freeform 58">
              <a:extLst>
                <a:ext uri="{FF2B5EF4-FFF2-40B4-BE49-F238E27FC236}">
                  <a16:creationId xmlns:a16="http://schemas.microsoft.com/office/drawing/2014/main" id="{7AA80D42-B8A8-475B-ADBF-99719CE9F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D706AE2E-B17B-43A3-84F8-9C0FE9466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914400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EFFB8CF-3E94-42D7-849C-841E7744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9" name="Rectangle 5">
              <a:extLst>
                <a:ext uri="{FF2B5EF4-FFF2-40B4-BE49-F238E27FC236}">
                  <a16:creationId xmlns:a16="http://schemas.microsoft.com/office/drawing/2014/main" id="{C274DE9A-4502-4454-911E-B7FE9ED6DE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70" name="Freeform 6">
              <a:extLst>
                <a:ext uri="{FF2B5EF4-FFF2-40B4-BE49-F238E27FC236}">
                  <a16:creationId xmlns:a16="http://schemas.microsoft.com/office/drawing/2014/main" id="{76AFCF59-7BED-416B-ACD9-EA099C9B2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71" name="Freeform 7">
              <a:extLst>
                <a:ext uri="{FF2B5EF4-FFF2-40B4-BE49-F238E27FC236}">
                  <a16:creationId xmlns:a16="http://schemas.microsoft.com/office/drawing/2014/main" id="{8EEECEBC-B149-42E5-8164-EE5456F06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72" name="Rectangle 8">
              <a:extLst>
                <a:ext uri="{FF2B5EF4-FFF2-40B4-BE49-F238E27FC236}">
                  <a16:creationId xmlns:a16="http://schemas.microsoft.com/office/drawing/2014/main" id="{03B49256-D2D8-436B-8F29-0C7E53366F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73" name="Freeform 9">
              <a:extLst>
                <a:ext uri="{FF2B5EF4-FFF2-40B4-BE49-F238E27FC236}">
                  <a16:creationId xmlns:a16="http://schemas.microsoft.com/office/drawing/2014/main" id="{4045E56F-B537-408E-B346-B9B15C39A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904BDB2F-0893-4AD7-A871-C808C9651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512D8C6F-C154-4928-9891-DDCF50DA6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76" name="Freeform 12">
              <a:extLst>
                <a:ext uri="{FF2B5EF4-FFF2-40B4-BE49-F238E27FC236}">
                  <a16:creationId xmlns:a16="http://schemas.microsoft.com/office/drawing/2014/main" id="{7E2BBA63-D694-4AD5-976F-4F1CDB204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77" name="Freeform 13">
              <a:extLst>
                <a:ext uri="{FF2B5EF4-FFF2-40B4-BE49-F238E27FC236}">
                  <a16:creationId xmlns:a16="http://schemas.microsoft.com/office/drawing/2014/main" id="{394F9847-4F95-42E8-AE7E-8DD8A0E27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78" name="Freeform 14">
              <a:extLst>
                <a:ext uri="{FF2B5EF4-FFF2-40B4-BE49-F238E27FC236}">
                  <a16:creationId xmlns:a16="http://schemas.microsoft.com/office/drawing/2014/main" id="{48CE4CA3-085D-44AC-996B-9F347B7BC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79" name="Freeform 15">
              <a:extLst>
                <a:ext uri="{FF2B5EF4-FFF2-40B4-BE49-F238E27FC236}">
                  <a16:creationId xmlns:a16="http://schemas.microsoft.com/office/drawing/2014/main" id="{0D7459AE-7E00-4707-B574-1D3636BB46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80" name="Freeform 16">
              <a:extLst>
                <a:ext uri="{FF2B5EF4-FFF2-40B4-BE49-F238E27FC236}">
                  <a16:creationId xmlns:a16="http://schemas.microsoft.com/office/drawing/2014/main" id="{EF95E020-0C4A-4BD5-84BE-6DF8B8BCA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81" name="Freeform 17">
              <a:extLst>
                <a:ext uri="{FF2B5EF4-FFF2-40B4-BE49-F238E27FC236}">
                  <a16:creationId xmlns:a16="http://schemas.microsoft.com/office/drawing/2014/main" id="{18CC4862-B9BB-4E63-9630-AA5241E68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82" name="Freeform 18">
              <a:extLst>
                <a:ext uri="{FF2B5EF4-FFF2-40B4-BE49-F238E27FC236}">
                  <a16:creationId xmlns:a16="http://schemas.microsoft.com/office/drawing/2014/main" id="{156A0508-DDAB-4BFB-824D-CA9D3D833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83" name="Freeform 19">
              <a:extLst>
                <a:ext uri="{FF2B5EF4-FFF2-40B4-BE49-F238E27FC236}">
                  <a16:creationId xmlns:a16="http://schemas.microsoft.com/office/drawing/2014/main" id="{E3B0103B-60DE-4385-B84E-53694FB9A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84" name="Freeform 20">
              <a:extLst>
                <a:ext uri="{FF2B5EF4-FFF2-40B4-BE49-F238E27FC236}">
                  <a16:creationId xmlns:a16="http://schemas.microsoft.com/office/drawing/2014/main" id="{C8C1C0D4-C36E-4251-A97F-436AFA3797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85" name="Freeform 21">
              <a:extLst>
                <a:ext uri="{FF2B5EF4-FFF2-40B4-BE49-F238E27FC236}">
                  <a16:creationId xmlns:a16="http://schemas.microsoft.com/office/drawing/2014/main" id="{550D7341-7849-4B72-A2D7-68B7161D4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86" name="Freeform 22">
              <a:extLst>
                <a:ext uri="{FF2B5EF4-FFF2-40B4-BE49-F238E27FC236}">
                  <a16:creationId xmlns:a16="http://schemas.microsoft.com/office/drawing/2014/main" id="{C9E742C7-3FF2-4931-B087-46AAA6C33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87" name="Freeform 23">
              <a:extLst>
                <a:ext uri="{FF2B5EF4-FFF2-40B4-BE49-F238E27FC236}">
                  <a16:creationId xmlns:a16="http://schemas.microsoft.com/office/drawing/2014/main" id="{424AF1DB-9264-4B94-9F0D-EF37F12D47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88" name="Freeform 24">
              <a:extLst>
                <a:ext uri="{FF2B5EF4-FFF2-40B4-BE49-F238E27FC236}">
                  <a16:creationId xmlns:a16="http://schemas.microsoft.com/office/drawing/2014/main" id="{766E43D2-CF93-4468-9B12-FFB234513D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89" name="Freeform 25">
              <a:extLst>
                <a:ext uri="{FF2B5EF4-FFF2-40B4-BE49-F238E27FC236}">
                  <a16:creationId xmlns:a16="http://schemas.microsoft.com/office/drawing/2014/main" id="{AC24EC38-E0E5-4A4E-A64D-359DD4A55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90" name="Freeform 26">
              <a:extLst>
                <a:ext uri="{FF2B5EF4-FFF2-40B4-BE49-F238E27FC236}">
                  <a16:creationId xmlns:a16="http://schemas.microsoft.com/office/drawing/2014/main" id="{338D8FE1-6073-44CF-857C-9273A1607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91" name="Freeform 27">
              <a:extLst>
                <a:ext uri="{FF2B5EF4-FFF2-40B4-BE49-F238E27FC236}">
                  <a16:creationId xmlns:a16="http://schemas.microsoft.com/office/drawing/2014/main" id="{39BAF819-1ABF-4754-B2E6-8C023A3B94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92" name="Freeform 28">
              <a:extLst>
                <a:ext uri="{FF2B5EF4-FFF2-40B4-BE49-F238E27FC236}">
                  <a16:creationId xmlns:a16="http://schemas.microsoft.com/office/drawing/2014/main" id="{2B5FE77A-C8CA-4E0E-BA89-53BA982E6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93" name="Freeform 29">
              <a:extLst>
                <a:ext uri="{FF2B5EF4-FFF2-40B4-BE49-F238E27FC236}">
                  <a16:creationId xmlns:a16="http://schemas.microsoft.com/office/drawing/2014/main" id="{264169FF-BB01-4F56-812A-738BE4AAC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94" name="Freeform 30">
              <a:extLst>
                <a:ext uri="{FF2B5EF4-FFF2-40B4-BE49-F238E27FC236}">
                  <a16:creationId xmlns:a16="http://schemas.microsoft.com/office/drawing/2014/main" id="{831BA8DD-49DA-443B-AD7A-1680CD287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95" name="Freeform 31">
              <a:extLst>
                <a:ext uri="{FF2B5EF4-FFF2-40B4-BE49-F238E27FC236}">
                  <a16:creationId xmlns:a16="http://schemas.microsoft.com/office/drawing/2014/main" id="{15B5FD47-B408-4DD0-BA9C-76C3F6814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96" name="Freeform 32">
              <a:extLst>
                <a:ext uri="{FF2B5EF4-FFF2-40B4-BE49-F238E27FC236}">
                  <a16:creationId xmlns:a16="http://schemas.microsoft.com/office/drawing/2014/main" id="{2432FB6B-FBB2-438F-A3BC-0392CA944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97" name="Rectangle 33">
              <a:extLst>
                <a:ext uri="{FF2B5EF4-FFF2-40B4-BE49-F238E27FC236}">
                  <a16:creationId xmlns:a16="http://schemas.microsoft.com/office/drawing/2014/main" id="{A9E1CA69-4810-4E1D-A227-EA4EF0151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98" name="Freeform 34">
              <a:extLst>
                <a:ext uri="{FF2B5EF4-FFF2-40B4-BE49-F238E27FC236}">
                  <a16:creationId xmlns:a16="http://schemas.microsoft.com/office/drawing/2014/main" id="{978653C5-EFDF-4617-9A6A-E810A9C22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99" name="Freeform 35">
              <a:extLst>
                <a:ext uri="{FF2B5EF4-FFF2-40B4-BE49-F238E27FC236}">
                  <a16:creationId xmlns:a16="http://schemas.microsoft.com/office/drawing/2014/main" id="{F1B9F231-1E6A-4122-81B0-043E2A5F5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00" name="Freeform 36">
              <a:extLst>
                <a:ext uri="{FF2B5EF4-FFF2-40B4-BE49-F238E27FC236}">
                  <a16:creationId xmlns:a16="http://schemas.microsoft.com/office/drawing/2014/main" id="{DF2B6BD0-0057-43BC-8681-9FAC9FC53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01" name="Freeform 37">
              <a:extLst>
                <a:ext uri="{FF2B5EF4-FFF2-40B4-BE49-F238E27FC236}">
                  <a16:creationId xmlns:a16="http://schemas.microsoft.com/office/drawing/2014/main" id="{6D7D7117-2276-4EB9-882B-A44A2DB066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02" name="Freeform 38">
              <a:extLst>
                <a:ext uri="{FF2B5EF4-FFF2-40B4-BE49-F238E27FC236}">
                  <a16:creationId xmlns:a16="http://schemas.microsoft.com/office/drawing/2014/main" id="{98AD68EB-6444-4B28-8F06-C0B6111AC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03" name="Freeform 39">
              <a:extLst>
                <a:ext uri="{FF2B5EF4-FFF2-40B4-BE49-F238E27FC236}">
                  <a16:creationId xmlns:a16="http://schemas.microsoft.com/office/drawing/2014/main" id="{438FA125-C459-48A2-913F-F5D04E160E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04" name="Freeform 40">
              <a:extLst>
                <a:ext uri="{FF2B5EF4-FFF2-40B4-BE49-F238E27FC236}">
                  <a16:creationId xmlns:a16="http://schemas.microsoft.com/office/drawing/2014/main" id="{18E796D1-6480-436F-947D-550CCE516E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05" name="Freeform 41">
              <a:extLst>
                <a:ext uri="{FF2B5EF4-FFF2-40B4-BE49-F238E27FC236}">
                  <a16:creationId xmlns:a16="http://schemas.microsoft.com/office/drawing/2014/main" id="{4549B300-4F89-4E35-B5E7-53E3C6A54B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06" name="Freeform 42">
              <a:extLst>
                <a:ext uri="{FF2B5EF4-FFF2-40B4-BE49-F238E27FC236}">
                  <a16:creationId xmlns:a16="http://schemas.microsoft.com/office/drawing/2014/main" id="{D8DA6C40-62DD-4FB3-8D06-5A599E3823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07" name="Freeform 43">
              <a:extLst>
                <a:ext uri="{FF2B5EF4-FFF2-40B4-BE49-F238E27FC236}">
                  <a16:creationId xmlns:a16="http://schemas.microsoft.com/office/drawing/2014/main" id="{28EE2B35-9D3D-4925-8DA9-9DF0E40BC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08" name="Freeform 44">
              <a:extLst>
                <a:ext uri="{FF2B5EF4-FFF2-40B4-BE49-F238E27FC236}">
                  <a16:creationId xmlns:a16="http://schemas.microsoft.com/office/drawing/2014/main" id="{9DB82611-4043-4758-81EC-223961980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09" name="Rectangle 45">
              <a:extLst>
                <a:ext uri="{FF2B5EF4-FFF2-40B4-BE49-F238E27FC236}">
                  <a16:creationId xmlns:a16="http://schemas.microsoft.com/office/drawing/2014/main" id="{A8210AB3-0776-4F74-9227-5E448D1AFA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10" name="Freeform 46">
              <a:extLst>
                <a:ext uri="{FF2B5EF4-FFF2-40B4-BE49-F238E27FC236}">
                  <a16:creationId xmlns:a16="http://schemas.microsoft.com/office/drawing/2014/main" id="{002C10AB-E300-481E-AFA5-410481B16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11" name="Freeform 47">
              <a:extLst>
                <a:ext uri="{FF2B5EF4-FFF2-40B4-BE49-F238E27FC236}">
                  <a16:creationId xmlns:a16="http://schemas.microsoft.com/office/drawing/2014/main" id="{11F47C5E-0453-4EF5-B969-A8263DC6A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12" name="Freeform 48">
              <a:extLst>
                <a:ext uri="{FF2B5EF4-FFF2-40B4-BE49-F238E27FC236}">
                  <a16:creationId xmlns:a16="http://schemas.microsoft.com/office/drawing/2014/main" id="{D0CFDC87-55E8-40E1-BD98-4E1EA2C095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13" name="Freeform 49">
              <a:extLst>
                <a:ext uri="{FF2B5EF4-FFF2-40B4-BE49-F238E27FC236}">
                  <a16:creationId xmlns:a16="http://schemas.microsoft.com/office/drawing/2014/main" id="{C1151505-8A7F-41D8-AE03-AD172E38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14" name="Freeform 50">
              <a:extLst>
                <a:ext uri="{FF2B5EF4-FFF2-40B4-BE49-F238E27FC236}">
                  <a16:creationId xmlns:a16="http://schemas.microsoft.com/office/drawing/2014/main" id="{918DAD20-1F9F-41A7-B9D0-EE92F9B32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15" name="Freeform 51">
              <a:extLst>
                <a:ext uri="{FF2B5EF4-FFF2-40B4-BE49-F238E27FC236}">
                  <a16:creationId xmlns:a16="http://schemas.microsoft.com/office/drawing/2014/main" id="{D303B51B-ADCC-43C9-AE4F-0168CFA63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16" name="Freeform 52">
              <a:extLst>
                <a:ext uri="{FF2B5EF4-FFF2-40B4-BE49-F238E27FC236}">
                  <a16:creationId xmlns:a16="http://schemas.microsoft.com/office/drawing/2014/main" id="{5621B409-0B0A-4827-81F9-684C335EE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17" name="Freeform 53">
              <a:extLst>
                <a:ext uri="{FF2B5EF4-FFF2-40B4-BE49-F238E27FC236}">
                  <a16:creationId xmlns:a16="http://schemas.microsoft.com/office/drawing/2014/main" id="{FCA6910E-A4EC-464B-B285-5F1E40AEFF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18" name="Freeform 54">
              <a:extLst>
                <a:ext uri="{FF2B5EF4-FFF2-40B4-BE49-F238E27FC236}">
                  <a16:creationId xmlns:a16="http://schemas.microsoft.com/office/drawing/2014/main" id="{7D0C75DF-4953-4E72-B34A-2F8BD05235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19" name="Freeform 55">
              <a:extLst>
                <a:ext uri="{FF2B5EF4-FFF2-40B4-BE49-F238E27FC236}">
                  <a16:creationId xmlns:a16="http://schemas.microsoft.com/office/drawing/2014/main" id="{998A65EA-C434-41FF-B792-2BDC11501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20" name="Freeform 56">
              <a:extLst>
                <a:ext uri="{FF2B5EF4-FFF2-40B4-BE49-F238E27FC236}">
                  <a16:creationId xmlns:a16="http://schemas.microsoft.com/office/drawing/2014/main" id="{3A6D2AE4-7ABD-4946-BE69-5FD3C1A1D6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21" name="Freeform 57">
              <a:extLst>
                <a:ext uri="{FF2B5EF4-FFF2-40B4-BE49-F238E27FC236}">
                  <a16:creationId xmlns:a16="http://schemas.microsoft.com/office/drawing/2014/main" id="{833A81DC-8A3A-4141-A713-A2FE1C572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22" name="Freeform 58">
              <a:extLst>
                <a:ext uri="{FF2B5EF4-FFF2-40B4-BE49-F238E27FC236}">
                  <a16:creationId xmlns:a16="http://schemas.microsoft.com/office/drawing/2014/main" id="{47BB7FFD-57DB-41BD-8D42-9FB58174B1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</p:grpSp>
      <p:pic>
        <p:nvPicPr>
          <p:cNvPr id="124" name="Picture 2">
            <a:extLst>
              <a:ext uri="{FF2B5EF4-FFF2-40B4-BE49-F238E27FC236}">
                <a16:creationId xmlns:a16="http://schemas.microsoft.com/office/drawing/2014/main" id="{3631D3C9-4C1D-4B3A-A737-E6E780042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-3747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3047" y="1113282"/>
            <a:ext cx="2617177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Presupuesto estimado (mensual)</a:t>
            </a:r>
          </a:p>
        </p:txBody>
      </p:sp>
      <p:sp useBgFill="1">
        <p:nvSpPr>
          <p:cNvPr id="126" name="Round Diagonal Corner Rectangle 6">
            <a:extLst>
              <a:ext uri="{FF2B5EF4-FFF2-40B4-BE49-F238E27FC236}">
                <a16:creationId xmlns:a16="http://schemas.microsoft.com/office/drawing/2014/main" id="{5B986EF0-8540-483D-9DDE-1F168FAAC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211" y="808057"/>
            <a:ext cx="5064346" cy="5234394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030223"/>
              </p:ext>
            </p:extLst>
          </p:nvPr>
        </p:nvGraphicFramePr>
        <p:xfrm>
          <a:off x="839241" y="1418940"/>
          <a:ext cx="4584287" cy="4012634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  <a:tableStyleId>{5C22544A-7EE6-4342-B048-85BDC9FD1C3A}</a:tableStyleId>
              </a:tblPr>
              <a:tblGrid>
                <a:gridCol w="1301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9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2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2674">
                <a:tc>
                  <a:txBody>
                    <a:bodyPr/>
                    <a:lstStyle/>
                    <a:p>
                      <a:r>
                        <a:rPr sz="1200" b="0" cap="none" spc="0">
                          <a:solidFill>
                            <a:schemeClr val="bg1"/>
                          </a:solidFill>
                        </a:rPr>
                        <a:t>Servicio</a:t>
                      </a:r>
                    </a:p>
                  </a:txBody>
                  <a:tcPr marL="81118" marR="81118" marT="81118" marB="4055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cap="none" spc="0">
                          <a:solidFill>
                            <a:schemeClr val="bg1"/>
                          </a:solidFill>
                        </a:rPr>
                        <a:t>Uso estimado</a:t>
                      </a:r>
                    </a:p>
                  </a:txBody>
                  <a:tcPr marL="81118" marR="81118" marT="81118" marB="4055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cap="none" spc="0">
                          <a:solidFill>
                            <a:schemeClr val="bg1"/>
                          </a:solidFill>
                        </a:rPr>
                        <a:t>Costo aproximado (USD)</a:t>
                      </a:r>
                    </a:p>
                  </a:txBody>
                  <a:tcPr marL="81118" marR="81118" marT="81118" marB="4055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360"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EC2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750 horas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8.50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360"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Load Balancer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Tráfico moderado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16.00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360"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RDS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750 h + almacenamiento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15.00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360"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S3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10 GB almacenamiento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1.00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360"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API Gateway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1 M peticiones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3.50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360"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Lambda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3 M invocaciones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1.00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360"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Rekognition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1 000 análisis faciales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10.00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360"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Translate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500 000 caracteres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1.00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360"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Polly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1 000 000 caracteres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1.00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360"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Secrets Manager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10 secretos gestionados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5.00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6360"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Total aproximado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≈ 62.00</a:t>
                      </a:r>
                    </a:p>
                  </a:txBody>
                  <a:tcPr marL="81118" marR="81118" marT="81118" marB="4055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A0B38558-5389-4817-936F-FD62560CA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4002" cy="6858001"/>
            <a:chOff x="0" y="-1"/>
            <a:chExt cx="12192003" cy="6858001"/>
          </a:xfrm>
        </p:grpSpPr>
        <p:sp useBgFill="1">
          <p:nvSpPr>
            <p:cNvPr id="73" name="Rectangle 72">
              <a:extLst>
                <a:ext uri="{FF2B5EF4-FFF2-40B4-BE49-F238E27FC236}">
                  <a16:creationId xmlns:a16="http://schemas.microsoft.com/office/drawing/2014/main" id="{CCB252B9-42EF-4414-AA22-2A95C1819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4" name="Picture 2">
              <a:extLst>
                <a:ext uri="{FF2B5EF4-FFF2-40B4-BE49-F238E27FC236}">
                  <a16:creationId xmlns:a16="http://schemas.microsoft.com/office/drawing/2014/main" id="{F9C2C800-C3E3-4317-A3CC-1558D71F1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" name="Picture 4" descr="Script de ordenador en una pantalla">
            <a:extLst>
              <a:ext uri="{FF2B5EF4-FFF2-40B4-BE49-F238E27FC236}">
                <a16:creationId xmlns:a16="http://schemas.microsoft.com/office/drawing/2014/main" id="{9B6015EB-F057-572D-C538-A6481380F77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r="11025" b="-1"/>
          <a:stretch/>
        </p:blipFill>
        <p:spPr>
          <a:xfrm>
            <a:off x="2708" y="10"/>
            <a:ext cx="9141292" cy="6857990"/>
          </a:xfrm>
          <a:prstGeom prst="rect">
            <a:avLst/>
          </a:prstGeom>
        </p:spPr>
      </p:pic>
      <p:grpSp>
        <p:nvGrpSpPr>
          <p:cNvPr id="76" name="Group 75">
            <a:extLst>
              <a:ext uri="{FF2B5EF4-FFF2-40B4-BE49-F238E27FC236}">
                <a16:creationId xmlns:a16="http://schemas.microsoft.com/office/drawing/2014/main" id="{15502586-682B-4EDF-9515-674BB4E1C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9400" y="0"/>
            <a:ext cx="8591552" cy="6848476"/>
            <a:chOff x="372533" y="0"/>
            <a:chExt cx="11455400" cy="6848476"/>
          </a:xfrm>
        </p:grpSpPr>
        <p:sp>
          <p:nvSpPr>
            <p:cNvPr id="77" name="Round Diagonal Corner Rectangle 7">
              <a:extLst>
                <a:ext uri="{FF2B5EF4-FFF2-40B4-BE49-F238E27FC236}">
                  <a16:creationId xmlns:a16="http://schemas.microsoft.com/office/drawing/2014/main" id="{C4491F87-B86B-413A-ACCD-56525E533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22867" y="766234"/>
              <a:ext cx="10346266" cy="5325532"/>
            </a:xfrm>
            <a:prstGeom prst="round2DiagRect">
              <a:avLst>
                <a:gd name="adj1" fmla="val 4147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04A25545-7FDA-465A-8546-9D927F828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085512" y="0"/>
              <a:ext cx="650875" cy="1730375"/>
              <a:chOff x="11347978" y="0"/>
              <a:chExt cx="650875" cy="1730375"/>
            </a:xfrm>
          </p:grpSpPr>
          <p:sp>
            <p:nvSpPr>
              <p:cNvPr id="98" name="Freeform 32">
                <a:extLst>
                  <a:ext uri="{FF2B5EF4-FFF2-40B4-BE49-F238E27FC236}">
                    <a16:creationId xmlns:a16="http://schemas.microsoft.com/office/drawing/2014/main" id="{0AC67F09-E0D9-410A-A4DE-72D31697EB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67041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99" name="Freeform 33">
                <a:extLst>
                  <a:ext uri="{FF2B5EF4-FFF2-40B4-BE49-F238E27FC236}">
                    <a16:creationId xmlns:a16="http://schemas.microsoft.com/office/drawing/2014/main" id="{B78F2FDE-85C9-4650-919F-C35464007D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47978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100" name="Freeform 34">
                <a:extLst>
                  <a:ext uri="{FF2B5EF4-FFF2-40B4-BE49-F238E27FC236}">
                    <a16:creationId xmlns:a16="http://schemas.microsoft.com/office/drawing/2014/main" id="{57DD2F8B-5242-455C-B03F-E2F6B6732E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14678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101" name="Freeform 37">
                <a:extLst>
                  <a:ext uri="{FF2B5EF4-FFF2-40B4-BE49-F238E27FC236}">
                    <a16:creationId xmlns:a16="http://schemas.microsoft.com/office/drawing/2014/main" id="{B8CE3E90-8A76-4CD5-B28C-D71FF37185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94053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s-GT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4C374541-D033-4B72-A232-5461EEAD4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11229445" y="4867275"/>
              <a:ext cx="598488" cy="1981201"/>
              <a:chOff x="11424178" y="4867275"/>
              <a:chExt cx="598488" cy="1981201"/>
            </a:xfrm>
          </p:grpSpPr>
          <p:sp>
            <p:nvSpPr>
              <p:cNvPr id="92" name="Freeform 35">
                <a:extLst>
                  <a:ext uri="{FF2B5EF4-FFF2-40B4-BE49-F238E27FC236}">
                    <a16:creationId xmlns:a16="http://schemas.microsoft.com/office/drawing/2014/main" id="{94766BAB-FE6E-4247-886B-736F831FEB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14666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93" name="Freeform 36">
                <a:extLst>
                  <a:ext uri="{FF2B5EF4-FFF2-40B4-BE49-F238E27FC236}">
                    <a16:creationId xmlns:a16="http://schemas.microsoft.com/office/drawing/2014/main" id="{3C954FB2-C7A0-468C-8AD2-C278DCA642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55966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94" name="Freeform 38">
                <a:extLst>
                  <a:ext uri="{FF2B5EF4-FFF2-40B4-BE49-F238E27FC236}">
                    <a16:creationId xmlns:a16="http://schemas.microsoft.com/office/drawing/2014/main" id="{F52FBFD5-A528-4DB8-A802-814A7E421D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19441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95" name="Freeform 39">
                <a:extLst>
                  <a:ext uri="{FF2B5EF4-FFF2-40B4-BE49-F238E27FC236}">
                    <a16:creationId xmlns:a16="http://schemas.microsoft.com/office/drawing/2014/main" id="{E57CCB6D-72AF-4D41-8C6C-9750D43DC6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24178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96" name="Freeform 40">
                <a:extLst>
                  <a:ext uri="{FF2B5EF4-FFF2-40B4-BE49-F238E27FC236}">
                    <a16:creationId xmlns:a16="http://schemas.microsoft.com/office/drawing/2014/main" id="{19D203AA-CF94-405B-800C-0C79855218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32166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97" name="Rectangle 41">
                <a:extLst>
                  <a:ext uri="{FF2B5EF4-FFF2-40B4-BE49-F238E27FC236}">
                    <a16:creationId xmlns:a16="http://schemas.microsoft.com/office/drawing/2014/main" id="{7D053665-E810-419F-9D63-2A54CB4773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22653" y="6596063"/>
                <a:ext cx="23813" cy="252413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s-GT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DEAF6153-6BF6-448C-81C1-2817B0F780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440267" y="5118101"/>
              <a:ext cx="650875" cy="1730375"/>
              <a:chOff x="118533" y="5118101"/>
              <a:chExt cx="650875" cy="1730375"/>
            </a:xfrm>
          </p:grpSpPr>
          <p:sp>
            <p:nvSpPr>
              <p:cNvPr id="88" name="Freeform 32">
                <a:extLst>
                  <a:ext uri="{FF2B5EF4-FFF2-40B4-BE49-F238E27FC236}">
                    <a16:creationId xmlns:a16="http://schemas.microsoft.com/office/drawing/2014/main" id="{A7E0D3C0-552C-4741-AFBE-E665CEA068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237596" y="6335713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89" name="Freeform 33">
                <a:extLst>
                  <a:ext uri="{FF2B5EF4-FFF2-40B4-BE49-F238E27FC236}">
                    <a16:creationId xmlns:a16="http://schemas.microsoft.com/office/drawing/2014/main" id="{CAF96EBF-4E74-4F88-BD05-A4AE1694A4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18533" y="622141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90" name="Freeform 34">
                <a:extLst>
                  <a:ext uri="{FF2B5EF4-FFF2-40B4-BE49-F238E27FC236}">
                    <a16:creationId xmlns:a16="http://schemas.microsoft.com/office/drawing/2014/main" id="{D49C51B9-E4E4-410D-8AAB-7E308A1D45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385233" y="5118101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91" name="Freeform 37">
                <a:extLst>
                  <a:ext uri="{FF2B5EF4-FFF2-40B4-BE49-F238E27FC236}">
                    <a16:creationId xmlns:a16="http://schemas.microsoft.com/office/drawing/2014/main" id="{354F0627-1BD6-4455-967A-32DB31C82C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464608" y="5299075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s-GT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BC21AED9-0CB5-426C-A1C4-6EEB54805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72533" y="0"/>
              <a:ext cx="598488" cy="1981201"/>
              <a:chOff x="194733" y="0"/>
              <a:chExt cx="598488" cy="1981201"/>
            </a:xfrm>
          </p:grpSpPr>
          <p:sp>
            <p:nvSpPr>
              <p:cNvPr id="82" name="Freeform 35">
                <a:extLst>
                  <a:ext uri="{FF2B5EF4-FFF2-40B4-BE49-F238E27FC236}">
                    <a16:creationId xmlns:a16="http://schemas.microsoft.com/office/drawing/2014/main" id="{8D8A778B-9916-47AC-A28A-07F01A83F4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285221" y="0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83" name="Freeform 36">
                <a:extLst>
                  <a:ext uri="{FF2B5EF4-FFF2-40B4-BE49-F238E27FC236}">
                    <a16:creationId xmlns:a16="http://schemas.microsoft.com/office/drawing/2014/main" id="{65323B96-DF0E-463C-B290-C22D3C5532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526521" y="1141413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84" name="Freeform 38">
                <a:extLst>
                  <a:ext uri="{FF2B5EF4-FFF2-40B4-BE49-F238E27FC236}">
                    <a16:creationId xmlns:a16="http://schemas.microsoft.com/office/drawing/2014/main" id="{65A0E255-1142-422E-A62A-5044177C5A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389996" y="1792288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85" name="Freeform 39">
                <a:extLst>
                  <a:ext uri="{FF2B5EF4-FFF2-40B4-BE49-F238E27FC236}">
                    <a16:creationId xmlns:a16="http://schemas.microsoft.com/office/drawing/2014/main" id="{233A955D-DB0D-42F8-B490-E01FB9C45C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94733" y="0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86" name="Freeform 40">
                <a:extLst>
                  <a:ext uri="{FF2B5EF4-FFF2-40B4-BE49-F238E27FC236}">
                    <a16:creationId xmlns:a16="http://schemas.microsoft.com/office/drawing/2014/main" id="{F0F0C29B-EB52-470C-AF64-FC54F5C250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02721" y="24288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s-GT"/>
              </a:p>
            </p:txBody>
          </p:sp>
          <p:sp>
            <p:nvSpPr>
              <p:cNvPr id="87" name="Rectangle 41">
                <a:extLst>
                  <a:ext uri="{FF2B5EF4-FFF2-40B4-BE49-F238E27FC236}">
                    <a16:creationId xmlns:a16="http://schemas.microsoft.com/office/drawing/2014/main" id="{A6C0E942-454D-483D-84FB-89308C8F15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93208" y="0"/>
                <a:ext cx="23813" cy="252413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s-GT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07533"/>
            <a:ext cx="7429499" cy="1092200"/>
          </a:xfrm>
        </p:spPr>
        <p:txBody>
          <a:bodyPr>
            <a:normAutofit/>
          </a:bodyPr>
          <a:lstStyle/>
          <a:p>
            <a:pPr algn="ctr"/>
            <a:r>
              <a:rPr dirty="0" err="1"/>
              <a:t>Objetivos</a:t>
            </a:r>
            <a:endParaRPr lang="es-GT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57250" y="2252134"/>
            <a:ext cx="7429500" cy="3454399"/>
          </a:xfrm>
        </p:spPr>
        <p:txBody>
          <a:bodyPr anchor="ctr"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endParaRPr lang="es-MX" sz="1400" dirty="0"/>
          </a:p>
          <a:p>
            <a:pPr>
              <a:lnSpc>
                <a:spcPct val="110000"/>
              </a:lnSpc>
            </a:pPr>
            <a:r>
              <a:rPr lang="es-MX" sz="1600" dirty="0"/>
              <a:t>General: Desarrollar una aplicación web que permita a los usuarios guardar de forma segura sus contraseñas y documentos mediante autenticación facial.</a:t>
            </a:r>
          </a:p>
          <a:p>
            <a:pPr>
              <a:lnSpc>
                <a:spcPct val="110000"/>
              </a:lnSpc>
            </a:pPr>
            <a:r>
              <a:rPr lang="es-MX" sz="1600" dirty="0"/>
              <a:t>Específicos:</a:t>
            </a:r>
          </a:p>
          <a:p>
            <a:pPr lvl="1">
              <a:lnSpc>
                <a:spcPct val="110000"/>
              </a:lnSpc>
            </a:pPr>
            <a:r>
              <a:rPr lang="es-MX" sz="1600" dirty="0"/>
              <a:t>Implementar la lógica de alta, baja, consulta y modificación de contraseñas y documentos.</a:t>
            </a:r>
          </a:p>
          <a:p>
            <a:pPr lvl="1">
              <a:lnSpc>
                <a:spcPct val="110000"/>
              </a:lnSpc>
            </a:pPr>
            <a:r>
              <a:rPr lang="es-MX" sz="1600" dirty="0"/>
              <a:t>Asegurar el almacenamiento de archivos y datos mediante cifrado y políticas de acceso.</a:t>
            </a:r>
          </a:p>
          <a:p>
            <a:pPr lvl="1">
              <a:lnSpc>
                <a:spcPct val="110000"/>
              </a:lnSpc>
            </a:pPr>
            <a:r>
              <a:rPr lang="es-MX" sz="1600" dirty="0"/>
              <a:t>Integrar reconocimiento facial para fortalecer la autenticación de usuarios.</a:t>
            </a:r>
          </a:p>
          <a:p>
            <a:pPr lvl="1">
              <a:lnSpc>
                <a:spcPct val="110000"/>
              </a:lnSpc>
            </a:pPr>
            <a:r>
              <a:rPr lang="es-MX" sz="1600" dirty="0"/>
              <a:t>Ofrecer opciones de traducción de etiquetas y lectura en voz alta como valor añadido.</a:t>
            </a:r>
          </a:p>
          <a:p>
            <a:pPr lvl="1">
              <a:lnSpc>
                <a:spcPct val="110000"/>
              </a:lnSpc>
            </a:pPr>
            <a:r>
              <a:rPr lang="es-MX" sz="1600" dirty="0"/>
              <a:t>Documentar la arquitectura, el presupuesto y la investigación de cada servicio AWS utilizado.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rPr lang="es-GT" sz="4800" dirty="0"/>
              <a:t>Flujo del proyecto</a:t>
            </a:r>
            <a:endParaRPr sz="48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74D4F3-99BC-0AA7-13E0-FF5854B244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8812518"/>
              </p:ext>
            </p:extLst>
          </p:nvPr>
        </p:nvGraphicFramePr>
        <p:xfrm>
          <a:off x="856058" y="2440771"/>
          <a:ext cx="74294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6270675-9512-4978-8583-36659256E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rPr dirty="0" err="1"/>
              <a:t>Investigación</a:t>
            </a:r>
            <a:r>
              <a:rPr dirty="0"/>
              <a:t> de </a:t>
            </a:r>
            <a:r>
              <a:rPr dirty="0" err="1"/>
              <a:t>servicios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8059D2-3548-5B1D-5827-D6D75AAA70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5893946"/>
              </p:ext>
            </p:extLst>
          </p:nvPr>
        </p:nvGraphicFramePr>
        <p:xfrm>
          <a:off x="856059" y="2249488"/>
          <a:ext cx="74295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2FBDB2-211A-C18D-3CDE-BE4B5D06E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4CE17-F38F-C62E-4ADD-477276D36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rPr lang="es-GT"/>
              <a:t>Investigación de servicios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B6C697-2BE2-BA24-CBC8-F818460B4D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7705755"/>
              </p:ext>
            </p:extLst>
          </p:nvPr>
        </p:nvGraphicFramePr>
        <p:xfrm>
          <a:off x="856059" y="2418820"/>
          <a:ext cx="7429500" cy="3142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72012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A850A5-2180-D776-4437-8777FB612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38A9FD-5560-DD6E-F364-A24ACB2D4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689" y="481101"/>
            <a:ext cx="6285521" cy="1478570"/>
          </a:xfrm>
        </p:spPr>
        <p:txBody>
          <a:bodyPr>
            <a:normAutofit/>
          </a:bodyPr>
          <a:lstStyle/>
          <a:p>
            <a:r>
              <a:rPr dirty="0" err="1"/>
              <a:t>Investigación</a:t>
            </a:r>
            <a:r>
              <a:rPr dirty="0"/>
              <a:t> de </a:t>
            </a:r>
            <a:r>
              <a:rPr dirty="0" err="1"/>
              <a:t>servicios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A9E8C0-9CD8-2F32-204D-3D08F7DAD4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7667505"/>
              </p:ext>
            </p:extLst>
          </p:nvPr>
        </p:nvGraphicFramePr>
        <p:xfrm>
          <a:off x="856058" y="2440771"/>
          <a:ext cx="74294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2533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AE4726C-1831-4FE3-9A11-227F0DC2F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4002" cy="6858001"/>
            <a:chOff x="0" y="-1"/>
            <a:chExt cx="12192003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B651D7F7-8C54-448E-A268-1CBFAD87D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E3B56E94-40E1-489A-98B2-A3238D66A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7522" y="618518"/>
            <a:ext cx="4538035" cy="1478570"/>
          </a:xfrm>
        </p:spPr>
        <p:txBody>
          <a:bodyPr>
            <a:normAutofit/>
          </a:bodyPr>
          <a:lstStyle/>
          <a:p>
            <a:r>
              <a:rPr dirty="0"/>
              <a:t>Cierre</a:t>
            </a:r>
          </a:p>
        </p:txBody>
      </p:sp>
      <p:pic>
        <p:nvPicPr>
          <p:cNvPr id="5" name="Picture 4" descr="Cuerda azul">
            <a:extLst>
              <a:ext uri="{FF2B5EF4-FFF2-40B4-BE49-F238E27FC236}">
                <a16:creationId xmlns:a16="http://schemas.microsoft.com/office/drawing/2014/main" id="{04D87E67-EB0C-AA8C-3E65-1F35352495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993" r="23168" b="-1"/>
          <a:stretch/>
        </p:blipFill>
        <p:spPr>
          <a:xfrm>
            <a:off x="-4197" y="10"/>
            <a:ext cx="3476686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916825F-759B-4F1A-BA80-AF7137691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F64541-DE3B-4DBB-84E1-907956469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9175DCC0-514A-4CA1-AD9A-1BB0FFF1B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10371924-94D9-48AF-9D5B-6471775B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C964FF9-A41A-438C-A22B-62690C98F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61716CD6-1875-4567-B3E2-364CD0960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31A293D3-7189-453D-AB91-1291AAFF3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87CB4EFE-58B3-4326-9CFB-A2AFADDFA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249CF4D3-B5A3-4287-BC9D-E9BB8FA6E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4D2515F2-4D11-41AF-A6B1-7D084BEA9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331BCBF4-0DC2-426E-84B3-AE38E403C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EC8AF156-0BE9-437D-A83B-87364146D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AC8CB256-3F62-4406-88F5-CE2421FF2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F3E812EB-415E-4B60-B0FB-65386882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EB4C95D7-8E6D-45EC-8CA1-9123D718E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83F62FD2-2F62-4495-997C-8BD7F95AB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B7DFE0F9-22A3-4846-8D4E-0D193BD32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244DAF25-7415-491A-9FF6-E04BC2DC2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7ACA3646-863C-4D00-A58A-62C7FE71C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0EA18B38-BD42-45ED-8458-FB205DBC7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45302917-5DBE-4CF2-B52F-478F93FDD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8E61E6FD-D40E-479C-ABE9-2B69AE20D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2F4DEB4F-F824-48D7-AF9B-B5D905DCD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F76CFA02-6090-4464-B573-BCA350C90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51BE8BEC-76C7-41FE-AB76-35194C244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710F61D4-3B34-45A9-B9B7-CE0373AB4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451F080F-4CFB-4626-87CA-BB4CACA1C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667BBD71-2295-4A66-B76C-F82175C2B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B6644DE8-5BD1-4D5F-B245-0D3A21BCE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4DE8FD0-E681-4D9C-85C2-BEA4C2B3A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D46033BD-1026-4388-B926-9D11E1D7C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1FA74D4C-2E28-42C5-A7FA-3C7D6BD8B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FADF7B3F-903C-456C-983E-C9868DDAB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033F8698-1549-44AD-8DAD-0055D7B80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F1BDD4B6-46FD-4048-ADF1-32EADD9E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E7F387A7-B3BF-4B1A-BFCA-2D21AD3DF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49" name="Freeform 40">
              <a:extLst>
                <a:ext uri="{FF2B5EF4-FFF2-40B4-BE49-F238E27FC236}">
                  <a16:creationId xmlns:a16="http://schemas.microsoft.com/office/drawing/2014/main" id="{7A1B6BC8-EA82-459D-A0E0-4EBE394E7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0" name="Freeform 41">
              <a:extLst>
                <a:ext uri="{FF2B5EF4-FFF2-40B4-BE49-F238E27FC236}">
                  <a16:creationId xmlns:a16="http://schemas.microsoft.com/office/drawing/2014/main" id="{8B94E190-DDC2-4545-906F-A1699BD73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1" name="Freeform 42">
              <a:extLst>
                <a:ext uri="{FF2B5EF4-FFF2-40B4-BE49-F238E27FC236}">
                  <a16:creationId xmlns:a16="http://schemas.microsoft.com/office/drawing/2014/main" id="{D9807239-A5BA-4BB3-9194-BCE3B2F21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2" name="Freeform 43">
              <a:extLst>
                <a:ext uri="{FF2B5EF4-FFF2-40B4-BE49-F238E27FC236}">
                  <a16:creationId xmlns:a16="http://schemas.microsoft.com/office/drawing/2014/main" id="{04D300FD-DC53-4375-8981-09EA63BCF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3" name="Freeform 44">
              <a:extLst>
                <a:ext uri="{FF2B5EF4-FFF2-40B4-BE49-F238E27FC236}">
                  <a16:creationId xmlns:a16="http://schemas.microsoft.com/office/drawing/2014/main" id="{1DF83FFD-4C16-41FD-928F-6E88AFC45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5B4BC2F-B667-462B-99D8-0C433124A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5" name="Freeform 46">
              <a:extLst>
                <a:ext uri="{FF2B5EF4-FFF2-40B4-BE49-F238E27FC236}">
                  <a16:creationId xmlns:a16="http://schemas.microsoft.com/office/drawing/2014/main" id="{0CBD9EFB-AC61-4674-B75A-56449003C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6" name="Freeform 47">
              <a:extLst>
                <a:ext uri="{FF2B5EF4-FFF2-40B4-BE49-F238E27FC236}">
                  <a16:creationId xmlns:a16="http://schemas.microsoft.com/office/drawing/2014/main" id="{1AD4BBB0-F6A7-451F-BE09-DF619F38E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7" name="Freeform 48">
              <a:extLst>
                <a:ext uri="{FF2B5EF4-FFF2-40B4-BE49-F238E27FC236}">
                  <a16:creationId xmlns:a16="http://schemas.microsoft.com/office/drawing/2014/main" id="{A258B285-AE5E-473A-AA72-3C95E1D83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8" name="Freeform 49">
              <a:extLst>
                <a:ext uri="{FF2B5EF4-FFF2-40B4-BE49-F238E27FC236}">
                  <a16:creationId xmlns:a16="http://schemas.microsoft.com/office/drawing/2014/main" id="{7BEEDDE5-CB8A-4DF9-858F-4D9462D95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59" name="Freeform 50">
              <a:extLst>
                <a:ext uri="{FF2B5EF4-FFF2-40B4-BE49-F238E27FC236}">
                  <a16:creationId xmlns:a16="http://schemas.microsoft.com/office/drawing/2014/main" id="{DA1C731B-9B66-4D65-BF47-04B118107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60" name="Freeform 51">
              <a:extLst>
                <a:ext uri="{FF2B5EF4-FFF2-40B4-BE49-F238E27FC236}">
                  <a16:creationId xmlns:a16="http://schemas.microsoft.com/office/drawing/2014/main" id="{58DBFEC6-C6DC-4B7A-934F-5A79EC32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61" name="Freeform 52">
              <a:extLst>
                <a:ext uri="{FF2B5EF4-FFF2-40B4-BE49-F238E27FC236}">
                  <a16:creationId xmlns:a16="http://schemas.microsoft.com/office/drawing/2014/main" id="{9948D8CB-2DBE-4E48-98EA-DF9E2666A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62" name="Freeform 53">
              <a:extLst>
                <a:ext uri="{FF2B5EF4-FFF2-40B4-BE49-F238E27FC236}">
                  <a16:creationId xmlns:a16="http://schemas.microsoft.com/office/drawing/2014/main" id="{56AB69F6-9F0B-4AB6-BCA8-AA2FD69E9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63" name="Freeform 54">
              <a:extLst>
                <a:ext uri="{FF2B5EF4-FFF2-40B4-BE49-F238E27FC236}">
                  <a16:creationId xmlns:a16="http://schemas.microsoft.com/office/drawing/2014/main" id="{0E7FB426-288D-4B0B-B73B-10CCC0EF4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64" name="Freeform 55">
              <a:extLst>
                <a:ext uri="{FF2B5EF4-FFF2-40B4-BE49-F238E27FC236}">
                  <a16:creationId xmlns:a16="http://schemas.microsoft.com/office/drawing/2014/main" id="{A5C59C6B-46C9-48C9-9F57-2EE738B53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65" name="Freeform 56">
              <a:extLst>
                <a:ext uri="{FF2B5EF4-FFF2-40B4-BE49-F238E27FC236}">
                  <a16:creationId xmlns:a16="http://schemas.microsoft.com/office/drawing/2014/main" id="{7CE85F33-17DC-4273-B06F-D17109444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66" name="Freeform 57">
              <a:extLst>
                <a:ext uri="{FF2B5EF4-FFF2-40B4-BE49-F238E27FC236}">
                  <a16:creationId xmlns:a16="http://schemas.microsoft.com/office/drawing/2014/main" id="{5CD001CF-F2C4-4810-A8D9-679F9F89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  <p:sp>
          <p:nvSpPr>
            <p:cNvPr id="67" name="Freeform 58">
              <a:extLst>
                <a:ext uri="{FF2B5EF4-FFF2-40B4-BE49-F238E27FC236}">
                  <a16:creationId xmlns:a16="http://schemas.microsoft.com/office/drawing/2014/main" id="{69F4BCDD-D153-40D2-8DD1-2509EE0CE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GT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6718" y="2249487"/>
            <a:ext cx="4558840" cy="35417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endParaRPr lang="es-GT" dirty="0"/>
          </a:p>
          <a:p>
            <a:pPr marL="0" indent="0">
              <a:lnSpc>
                <a:spcPct val="110000"/>
              </a:lnSpc>
              <a:buNone/>
            </a:pPr>
            <a:r>
              <a:rPr lang="es-MX" dirty="0" err="1"/>
              <a:t>Lockify</a:t>
            </a:r>
            <a:r>
              <a:rPr lang="es-MX" dirty="0"/>
              <a:t> es una solución moderna, segura y accesible para proteger datos sensibles.</a:t>
            </a:r>
            <a:br>
              <a:rPr lang="es-MX" dirty="0"/>
            </a:br>
            <a:r>
              <a:rPr lang="es-MX" dirty="0"/>
              <a:t>Aprovecha servicios de AWS para escalar fácilmente y mantenerse seguro sin complicaciones.</a:t>
            </a:r>
            <a:endParaRPr lang="es-GT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Override1.xml><?xml version="1.0" encoding="utf-8"?>
<a:themeOverride xmlns:a="http://schemas.openxmlformats.org/drawingml/2006/main">
  <a:clrScheme name="Circuito">
    <a:dk1>
      <a:sysClr val="windowText" lastClr="000000"/>
    </a:dk1>
    <a:lt1>
      <a:sysClr val="window" lastClr="FFFFFF"/>
    </a:lt1>
    <a:dk2>
      <a:srgbClr val="134770"/>
    </a:dk2>
    <a:lt2>
      <a:srgbClr val="82FFFF"/>
    </a:lt2>
    <a:accent1>
      <a:srgbClr val="9ACD4C"/>
    </a:accent1>
    <a:accent2>
      <a:srgbClr val="FAA93A"/>
    </a:accent2>
    <a:accent3>
      <a:srgbClr val="D35940"/>
    </a:accent3>
    <a:accent4>
      <a:srgbClr val="B258D3"/>
    </a:accent4>
    <a:accent5>
      <a:srgbClr val="63A0CC"/>
    </a:accent5>
    <a:accent6>
      <a:srgbClr val="8AC4A7"/>
    </a:accent6>
    <a:hlink>
      <a:srgbClr val="B8FA56"/>
    </a:hlink>
    <a:folHlink>
      <a:srgbClr val="7AF8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568</Words>
  <Application>Microsoft Office PowerPoint</Application>
  <PresentationFormat>Presentación en pantalla (4:3)</PresentationFormat>
  <Paragraphs>94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Tw Cen MT</vt:lpstr>
      <vt:lpstr>Circuito</vt:lpstr>
      <vt:lpstr>Lockify: Almacenamiento seguro de contraseñas y documentos</vt:lpstr>
      <vt:lpstr>Descripción del proyecto</vt:lpstr>
      <vt:lpstr>Funcionalidad principal</vt:lpstr>
      <vt:lpstr>Servicios utilizados (I)</vt:lpstr>
      <vt:lpstr>Servicios utilizados (II)</vt:lpstr>
      <vt:lpstr>Servicios utilizados (III)</vt:lpstr>
      <vt:lpstr>Presentación de PowerPoint</vt:lpstr>
      <vt:lpstr>Presupuesto estimado (mensual)</vt:lpstr>
      <vt:lpstr>Objetivos</vt:lpstr>
      <vt:lpstr>Flujo del proyecto</vt:lpstr>
      <vt:lpstr>Investigación de servicios</vt:lpstr>
      <vt:lpstr>Investigación de servicios</vt:lpstr>
      <vt:lpstr>Investigación de servicios</vt:lpstr>
      <vt:lpstr>Cierre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SEBASTIAN ZAMORA</dc:creator>
  <cp:keywords/>
  <dc:description>generated using python-pptx</dc:description>
  <cp:lastModifiedBy>Jorge Sebastian Zamora Polanco</cp:lastModifiedBy>
  <cp:revision>2</cp:revision>
  <dcterms:created xsi:type="dcterms:W3CDTF">2013-01-27T09:14:16Z</dcterms:created>
  <dcterms:modified xsi:type="dcterms:W3CDTF">2025-05-06T06:00:29Z</dcterms:modified>
  <cp:category/>
</cp:coreProperties>
</file>